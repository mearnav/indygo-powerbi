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Sorts Mill Goudy"/>
      <p:regular r:id="rId21"/>
      <p:italic r:id="rId22"/>
    </p:embeddedFont>
    <p:embeddedFont>
      <p:font typeface="Gill Sans"/>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SortsMillGoudy-italic.fntdata"/><Relationship Id="rId10" Type="http://schemas.openxmlformats.org/officeDocument/2006/relationships/slide" Target="slides/slide4.xml"/><Relationship Id="rId21" Type="http://schemas.openxmlformats.org/officeDocument/2006/relationships/font" Target="fonts/SortsMillGoudy-regular.fntdata"/><Relationship Id="rId13" Type="http://schemas.openxmlformats.org/officeDocument/2006/relationships/slide" Target="slides/slide7.xml"/><Relationship Id="rId24" Type="http://schemas.openxmlformats.org/officeDocument/2006/relationships/font" Target="fonts/GillSans-bold.fntdata"/><Relationship Id="rId12" Type="http://schemas.openxmlformats.org/officeDocument/2006/relationships/slide" Target="slides/slide6.xml"/><Relationship Id="rId23" Type="http://schemas.openxmlformats.org/officeDocument/2006/relationships/font" Target="fonts/Gill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31d94fa67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431d94fa6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92ea1740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492ea1740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31d94fa67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431d94fa67_2_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31d94fa67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431d94fa67_2_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431d94fa67_2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431d94fa67_2_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431d94fa67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431d94fa67_2_1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492ea1740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492ea1740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50f02f4e3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50f02f4e3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50f02f4e3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50f02f4e3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50f02f4e3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50f02f4e3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50f02f4e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50f02f4e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50f02f4e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50f02f4e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431d94fa67_2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g3431d94fa67_2_2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431d94fa67_2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431d94fa67_2_2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543050" y="514351"/>
            <a:ext cx="6086475" cy="2284671"/>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2"/>
              </a:buClr>
              <a:buSzPts val="2700"/>
              <a:buFont typeface="Sorts Mill Goudy"/>
              <a:buNone/>
              <a:defRPr sz="27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543050" y="3086100"/>
            <a:ext cx="6086475" cy="1543050"/>
          </a:xfrm>
          <a:prstGeom prst="rect">
            <a:avLst/>
          </a:prstGeom>
          <a:noFill/>
          <a:ln>
            <a:noFill/>
          </a:ln>
        </p:spPr>
        <p:txBody>
          <a:bodyPr anchorCtr="0" anchor="t" bIns="34275" lIns="68575" spcFirstLastPara="1" rIns="68575" wrap="square" tIns="34275">
            <a:normAutofit/>
          </a:bodyPr>
          <a:lstStyle>
            <a:lvl1pPr lvl="0" algn="ctr">
              <a:lnSpc>
                <a:spcPct val="100000"/>
              </a:lnSpc>
              <a:spcBef>
                <a:spcPts val="800"/>
              </a:spcBef>
              <a:spcAft>
                <a:spcPts val="0"/>
              </a:spcAft>
              <a:buClr>
                <a:schemeClr val="dk2"/>
              </a:buClr>
              <a:buSzPts val="1300"/>
              <a:buNone/>
              <a:defRPr i="1" sz="1800"/>
            </a:lvl1pPr>
            <a:lvl2pPr lvl="1" algn="ctr">
              <a:lnSpc>
                <a:spcPct val="100000"/>
              </a:lnSpc>
              <a:spcBef>
                <a:spcPts val="400"/>
              </a:spcBef>
              <a:spcAft>
                <a:spcPts val="0"/>
              </a:spcAft>
              <a:buClr>
                <a:schemeClr val="dk2"/>
              </a:buClr>
              <a:buSzPts val="1100"/>
              <a:buNone/>
              <a:defRPr sz="1500"/>
            </a:lvl2pPr>
            <a:lvl3pPr lvl="2" algn="ctr">
              <a:lnSpc>
                <a:spcPct val="100000"/>
              </a:lnSpc>
              <a:spcBef>
                <a:spcPts val="400"/>
              </a:spcBef>
              <a:spcAft>
                <a:spcPts val="0"/>
              </a:spcAft>
              <a:buClr>
                <a:schemeClr val="dk2"/>
              </a:buClr>
              <a:buSzPts val="900"/>
              <a:buNone/>
              <a:defRPr sz="1400"/>
            </a:lvl3pPr>
            <a:lvl4pPr lvl="3" algn="ctr">
              <a:lnSpc>
                <a:spcPct val="100000"/>
              </a:lnSpc>
              <a:spcBef>
                <a:spcPts val="400"/>
              </a:spcBef>
              <a:spcAft>
                <a:spcPts val="0"/>
              </a:spcAft>
              <a:buClr>
                <a:schemeClr val="dk2"/>
              </a:buClr>
              <a:buSzPts val="800"/>
              <a:buNone/>
              <a:defRPr sz="1200"/>
            </a:lvl4pPr>
            <a:lvl5pPr lvl="4" algn="ctr">
              <a:lnSpc>
                <a:spcPct val="100000"/>
              </a:lnSpc>
              <a:spcBef>
                <a:spcPts val="400"/>
              </a:spcBef>
              <a:spcAft>
                <a:spcPts val="0"/>
              </a:spcAft>
              <a:buClr>
                <a:schemeClr val="dk2"/>
              </a:buClr>
              <a:buSzPts val="8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1028700" y="514350"/>
            <a:ext cx="7115175" cy="1028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2"/>
              </a:buClr>
              <a:buSzPts val="2400"/>
              <a:buFont typeface="Sorts Mill Goudy"/>
              <a:buNone/>
              <a:defRPr sz="24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1028699" y="1690577"/>
            <a:ext cx="7115176" cy="2938574"/>
          </a:xfrm>
          <a:prstGeom prst="rect">
            <a:avLst/>
          </a:prstGeom>
          <a:noFill/>
          <a:ln>
            <a:noFill/>
          </a:ln>
        </p:spPr>
        <p:txBody>
          <a:bodyPr anchorCtr="0" anchor="t" bIns="34275" lIns="68575" spcFirstLastPara="1" rIns="68575" wrap="square" tIns="34275">
            <a:normAutofit/>
          </a:bodyPr>
          <a:lstStyle>
            <a:lvl1pPr indent="-285750" lvl="0" marL="457200" algn="l">
              <a:lnSpc>
                <a:spcPct val="100000"/>
              </a:lnSpc>
              <a:spcBef>
                <a:spcPts val="800"/>
              </a:spcBef>
              <a:spcAft>
                <a:spcPts val="0"/>
              </a:spcAft>
              <a:buClr>
                <a:schemeClr val="dk2"/>
              </a:buClr>
              <a:buSzPts val="900"/>
              <a:buChar char="•"/>
              <a:defRPr/>
            </a:lvl1pPr>
            <a:lvl2pPr indent="-285750" lvl="1" marL="914400" algn="l">
              <a:lnSpc>
                <a:spcPct val="100000"/>
              </a:lnSpc>
              <a:spcBef>
                <a:spcPts val="400"/>
              </a:spcBef>
              <a:spcAft>
                <a:spcPts val="0"/>
              </a:spcAft>
              <a:buClr>
                <a:schemeClr val="dk2"/>
              </a:buClr>
              <a:buSzPts val="900"/>
              <a:buChar char="•"/>
              <a:defRPr/>
            </a:lvl2pPr>
            <a:lvl3pPr indent="-285750" lvl="2" marL="1371600" algn="l">
              <a:lnSpc>
                <a:spcPct val="100000"/>
              </a:lnSpc>
              <a:spcBef>
                <a:spcPts val="400"/>
              </a:spcBef>
              <a:spcAft>
                <a:spcPts val="0"/>
              </a:spcAft>
              <a:buClr>
                <a:schemeClr val="dk2"/>
              </a:buClr>
              <a:buSzPts val="900"/>
              <a:buChar char="•"/>
              <a:defRPr/>
            </a:lvl3pPr>
            <a:lvl4pPr indent="-285750" lvl="3" marL="1828800" algn="l">
              <a:lnSpc>
                <a:spcPct val="100000"/>
              </a:lnSpc>
              <a:spcBef>
                <a:spcPts val="400"/>
              </a:spcBef>
              <a:spcAft>
                <a:spcPts val="0"/>
              </a:spcAft>
              <a:buClr>
                <a:schemeClr val="dk2"/>
              </a:buClr>
              <a:buSzPts val="900"/>
              <a:buChar char="•"/>
              <a:defRPr/>
            </a:lvl4pPr>
            <a:lvl5pPr indent="-285750" lvl="4" marL="2286000" algn="l">
              <a:lnSpc>
                <a:spcPct val="100000"/>
              </a:lnSpc>
              <a:spcBef>
                <a:spcPts val="400"/>
              </a:spcBef>
              <a:spcAft>
                <a:spcPts val="0"/>
              </a:spcAft>
              <a:buClr>
                <a:schemeClr val="dk2"/>
              </a:buClr>
              <a:buSzPts val="9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3"/>
            <a:ext cx="7886700" cy="2080553"/>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2"/>
              </a:buClr>
              <a:buSzPts val="4100"/>
              <a:buFont typeface="Sorts Mill Goudy"/>
              <a:buNone/>
              <a:defRPr sz="4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81218"/>
            <a:ext cx="7886700" cy="108602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800"/>
              </a:spcBef>
              <a:spcAft>
                <a:spcPts val="0"/>
              </a:spcAft>
              <a:buClr>
                <a:srgbClr val="888888"/>
              </a:buClr>
              <a:buSzPts val="1300"/>
              <a:buNone/>
              <a:defRPr i="1" sz="1800">
                <a:solidFill>
                  <a:srgbClr val="888888"/>
                </a:solidFill>
              </a:defRPr>
            </a:lvl1pPr>
            <a:lvl2pPr indent="-228600" lvl="1" marL="914400" algn="l">
              <a:lnSpc>
                <a:spcPct val="100000"/>
              </a:lnSpc>
              <a:spcBef>
                <a:spcPts val="400"/>
              </a:spcBef>
              <a:spcAft>
                <a:spcPts val="0"/>
              </a:spcAft>
              <a:buClr>
                <a:srgbClr val="888888"/>
              </a:buClr>
              <a:buSzPts val="1100"/>
              <a:buNone/>
              <a:defRPr sz="1500">
                <a:solidFill>
                  <a:srgbClr val="888888"/>
                </a:solidFill>
              </a:defRPr>
            </a:lvl2pPr>
            <a:lvl3pPr indent="-228600" lvl="2" marL="1371600" algn="l">
              <a:lnSpc>
                <a:spcPct val="100000"/>
              </a:lnSpc>
              <a:spcBef>
                <a:spcPts val="400"/>
              </a:spcBef>
              <a:spcAft>
                <a:spcPts val="0"/>
              </a:spcAft>
              <a:buClr>
                <a:srgbClr val="888888"/>
              </a:buClr>
              <a:buSzPts val="900"/>
              <a:buNone/>
              <a:defRPr sz="1400">
                <a:solidFill>
                  <a:srgbClr val="888888"/>
                </a:solidFill>
              </a:defRPr>
            </a:lvl3pPr>
            <a:lvl4pPr indent="-228600" lvl="3" marL="1828800" algn="l">
              <a:lnSpc>
                <a:spcPct val="100000"/>
              </a:lnSpc>
              <a:spcBef>
                <a:spcPts val="400"/>
              </a:spcBef>
              <a:spcAft>
                <a:spcPts val="0"/>
              </a:spcAft>
              <a:buClr>
                <a:srgbClr val="888888"/>
              </a:buClr>
              <a:buSzPts val="800"/>
              <a:buNone/>
              <a:defRPr sz="1200">
                <a:solidFill>
                  <a:srgbClr val="888888"/>
                </a:solidFill>
              </a:defRPr>
            </a:lvl4pPr>
            <a:lvl5pPr indent="-228600" lvl="4" marL="2286000" algn="l">
              <a:lnSpc>
                <a:spcPct val="100000"/>
              </a:lnSpc>
              <a:spcBef>
                <a:spcPts val="400"/>
              </a:spcBef>
              <a:spcAft>
                <a:spcPts val="0"/>
              </a:spcAft>
              <a:buClr>
                <a:srgbClr val="888888"/>
              </a:buClr>
              <a:buSzPts val="8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1009553" y="424708"/>
            <a:ext cx="7134322" cy="724094"/>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2"/>
              </a:buClr>
              <a:buSzPts val="2700"/>
              <a:buFont typeface="Sorts Mill Goudy"/>
              <a:buNone/>
              <a:defRPr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82318" y="1543050"/>
            <a:ext cx="3773641" cy="3089672"/>
          </a:xfrm>
          <a:prstGeom prst="rect">
            <a:avLst/>
          </a:prstGeom>
          <a:noFill/>
          <a:ln>
            <a:noFill/>
          </a:ln>
        </p:spPr>
        <p:txBody>
          <a:bodyPr anchorCtr="0" anchor="t" bIns="34275" lIns="68575" spcFirstLastPara="1" rIns="68575" wrap="square" tIns="34275">
            <a:normAutofit/>
          </a:bodyPr>
          <a:lstStyle>
            <a:lvl1pPr indent="-285750" lvl="0" marL="457200" algn="l">
              <a:lnSpc>
                <a:spcPct val="100000"/>
              </a:lnSpc>
              <a:spcBef>
                <a:spcPts val="800"/>
              </a:spcBef>
              <a:spcAft>
                <a:spcPts val="0"/>
              </a:spcAft>
              <a:buClr>
                <a:schemeClr val="dk2"/>
              </a:buClr>
              <a:buSzPts val="900"/>
              <a:buChar char="•"/>
              <a:defRPr/>
            </a:lvl1pPr>
            <a:lvl2pPr indent="-285750" lvl="1" marL="914400" algn="l">
              <a:lnSpc>
                <a:spcPct val="100000"/>
              </a:lnSpc>
              <a:spcBef>
                <a:spcPts val="400"/>
              </a:spcBef>
              <a:spcAft>
                <a:spcPts val="0"/>
              </a:spcAft>
              <a:buClr>
                <a:schemeClr val="dk2"/>
              </a:buClr>
              <a:buSzPts val="900"/>
              <a:buChar char="•"/>
              <a:defRPr/>
            </a:lvl2pPr>
            <a:lvl3pPr indent="-285750" lvl="2" marL="1371600" algn="l">
              <a:lnSpc>
                <a:spcPct val="100000"/>
              </a:lnSpc>
              <a:spcBef>
                <a:spcPts val="400"/>
              </a:spcBef>
              <a:spcAft>
                <a:spcPts val="0"/>
              </a:spcAft>
              <a:buClr>
                <a:schemeClr val="dk2"/>
              </a:buClr>
              <a:buSzPts val="900"/>
              <a:buChar char="•"/>
              <a:defRPr/>
            </a:lvl3pPr>
            <a:lvl4pPr indent="-285750" lvl="3" marL="1828800" algn="l">
              <a:lnSpc>
                <a:spcPct val="100000"/>
              </a:lnSpc>
              <a:spcBef>
                <a:spcPts val="400"/>
              </a:spcBef>
              <a:spcAft>
                <a:spcPts val="0"/>
              </a:spcAft>
              <a:buClr>
                <a:schemeClr val="dk2"/>
              </a:buClr>
              <a:buSzPts val="900"/>
              <a:buChar char="•"/>
              <a:defRPr/>
            </a:lvl4pPr>
            <a:lvl5pPr indent="-285750" lvl="4" marL="2286000" algn="l">
              <a:lnSpc>
                <a:spcPct val="100000"/>
              </a:lnSpc>
              <a:spcBef>
                <a:spcPts val="400"/>
              </a:spcBef>
              <a:spcAft>
                <a:spcPts val="0"/>
              </a:spcAft>
              <a:buClr>
                <a:schemeClr val="dk2"/>
              </a:buClr>
              <a:buSzPts val="9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99056" y="1543051"/>
            <a:ext cx="3762626" cy="3089672"/>
          </a:xfrm>
          <a:prstGeom prst="rect">
            <a:avLst/>
          </a:prstGeom>
          <a:noFill/>
          <a:ln>
            <a:noFill/>
          </a:ln>
        </p:spPr>
        <p:txBody>
          <a:bodyPr anchorCtr="0" anchor="t" bIns="34275" lIns="68575" spcFirstLastPara="1" rIns="68575" wrap="square" tIns="34275">
            <a:normAutofit/>
          </a:bodyPr>
          <a:lstStyle>
            <a:lvl1pPr indent="-285750" lvl="0" marL="457200" algn="l">
              <a:lnSpc>
                <a:spcPct val="100000"/>
              </a:lnSpc>
              <a:spcBef>
                <a:spcPts val="800"/>
              </a:spcBef>
              <a:spcAft>
                <a:spcPts val="0"/>
              </a:spcAft>
              <a:buClr>
                <a:schemeClr val="dk2"/>
              </a:buClr>
              <a:buSzPts val="900"/>
              <a:buChar char="•"/>
              <a:defRPr/>
            </a:lvl1pPr>
            <a:lvl2pPr indent="-285750" lvl="1" marL="914400" algn="l">
              <a:lnSpc>
                <a:spcPct val="100000"/>
              </a:lnSpc>
              <a:spcBef>
                <a:spcPts val="400"/>
              </a:spcBef>
              <a:spcAft>
                <a:spcPts val="0"/>
              </a:spcAft>
              <a:buClr>
                <a:schemeClr val="dk2"/>
              </a:buClr>
              <a:buSzPts val="900"/>
              <a:buChar char="•"/>
              <a:defRPr/>
            </a:lvl2pPr>
            <a:lvl3pPr indent="-285750" lvl="2" marL="1371600" algn="l">
              <a:lnSpc>
                <a:spcPct val="100000"/>
              </a:lnSpc>
              <a:spcBef>
                <a:spcPts val="400"/>
              </a:spcBef>
              <a:spcAft>
                <a:spcPts val="0"/>
              </a:spcAft>
              <a:buClr>
                <a:schemeClr val="dk2"/>
              </a:buClr>
              <a:buSzPts val="900"/>
              <a:buChar char="•"/>
              <a:defRPr/>
            </a:lvl3pPr>
            <a:lvl4pPr indent="-285750" lvl="3" marL="1828800" algn="l">
              <a:lnSpc>
                <a:spcPct val="100000"/>
              </a:lnSpc>
              <a:spcBef>
                <a:spcPts val="400"/>
              </a:spcBef>
              <a:spcAft>
                <a:spcPts val="0"/>
              </a:spcAft>
              <a:buClr>
                <a:schemeClr val="dk2"/>
              </a:buClr>
              <a:buSzPts val="900"/>
              <a:buChar char="•"/>
              <a:defRPr/>
            </a:lvl4pPr>
            <a:lvl5pPr indent="-285750" lvl="4" marL="2286000" algn="l">
              <a:lnSpc>
                <a:spcPct val="100000"/>
              </a:lnSpc>
              <a:spcBef>
                <a:spcPts val="400"/>
              </a:spcBef>
              <a:spcAft>
                <a:spcPts val="0"/>
              </a:spcAft>
              <a:buClr>
                <a:schemeClr val="dk2"/>
              </a:buClr>
              <a:buSzPts val="9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707414" cy="862013"/>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2"/>
              </a:buClr>
              <a:buSzPts val="2400"/>
              <a:buFont typeface="Sorts Mill Goudy"/>
              <a:buNone/>
              <a:defRPr sz="24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800"/>
              </a:spcBef>
              <a:spcAft>
                <a:spcPts val="0"/>
              </a:spcAft>
              <a:buClr>
                <a:schemeClr val="dk2"/>
              </a:buClr>
              <a:buSzPts val="1300"/>
              <a:buNone/>
              <a:defRPr b="1" i="0" sz="1800"/>
            </a:lvl1pPr>
            <a:lvl2pPr indent="-228600" lvl="1" marL="914400" algn="l">
              <a:lnSpc>
                <a:spcPct val="100000"/>
              </a:lnSpc>
              <a:spcBef>
                <a:spcPts val="400"/>
              </a:spcBef>
              <a:spcAft>
                <a:spcPts val="0"/>
              </a:spcAft>
              <a:buClr>
                <a:schemeClr val="dk2"/>
              </a:buClr>
              <a:buSzPts val="1100"/>
              <a:buNone/>
              <a:defRPr b="1" sz="1500"/>
            </a:lvl2pPr>
            <a:lvl3pPr indent="-228600" lvl="2" marL="1371600" algn="l">
              <a:lnSpc>
                <a:spcPct val="100000"/>
              </a:lnSpc>
              <a:spcBef>
                <a:spcPts val="400"/>
              </a:spcBef>
              <a:spcAft>
                <a:spcPts val="0"/>
              </a:spcAft>
              <a:buClr>
                <a:schemeClr val="dk2"/>
              </a:buClr>
              <a:buSzPts val="900"/>
              <a:buNone/>
              <a:defRPr b="1" sz="1400"/>
            </a:lvl3pPr>
            <a:lvl4pPr indent="-228600" lvl="3" marL="1828800" algn="l">
              <a:lnSpc>
                <a:spcPct val="100000"/>
              </a:lnSpc>
              <a:spcBef>
                <a:spcPts val="400"/>
              </a:spcBef>
              <a:spcAft>
                <a:spcPts val="0"/>
              </a:spcAft>
              <a:buClr>
                <a:schemeClr val="dk2"/>
              </a:buClr>
              <a:buSzPts val="800"/>
              <a:buNone/>
              <a:defRPr b="1" sz="1200"/>
            </a:lvl4pPr>
            <a:lvl5pPr indent="-228600" lvl="4" marL="2286000" algn="l">
              <a:lnSpc>
                <a:spcPct val="100000"/>
              </a:lnSpc>
              <a:spcBef>
                <a:spcPts val="400"/>
              </a:spcBef>
              <a:spcAft>
                <a:spcPts val="0"/>
              </a:spcAft>
              <a:buClr>
                <a:schemeClr val="dk2"/>
              </a:buClr>
              <a:buSzPts val="8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285750" lvl="0" marL="457200" algn="l">
              <a:lnSpc>
                <a:spcPct val="100000"/>
              </a:lnSpc>
              <a:spcBef>
                <a:spcPts val="800"/>
              </a:spcBef>
              <a:spcAft>
                <a:spcPts val="0"/>
              </a:spcAft>
              <a:buClr>
                <a:schemeClr val="dk2"/>
              </a:buClr>
              <a:buSzPts val="900"/>
              <a:buChar char="•"/>
              <a:defRPr/>
            </a:lvl1pPr>
            <a:lvl2pPr indent="-285750" lvl="1" marL="914400" algn="l">
              <a:lnSpc>
                <a:spcPct val="100000"/>
              </a:lnSpc>
              <a:spcBef>
                <a:spcPts val="400"/>
              </a:spcBef>
              <a:spcAft>
                <a:spcPts val="0"/>
              </a:spcAft>
              <a:buClr>
                <a:schemeClr val="dk2"/>
              </a:buClr>
              <a:buSzPts val="900"/>
              <a:buChar char="•"/>
              <a:defRPr/>
            </a:lvl2pPr>
            <a:lvl3pPr indent="-285750" lvl="2" marL="1371600" algn="l">
              <a:lnSpc>
                <a:spcPct val="100000"/>
              </a:lnSpc>
              <a:spcBef>
                <a:spcPts val="400"/>
              </a:spcBef>
              <a:spcAft>
                <a:spcPts val="0"/>
              </a:spcAft>
              <a:buClr>
                <a:schemeClr val="dk2"/>
              </a:buClr>
              <a:buSzPts val="900"/>
              <a:buChar char="•"/>
              <a:defRPr/>
            </a:lvl3pPr>
            <a:lvl4pPr indent="-285750" lvl="3" marL="1828800" algn="l">
              <a:lnSpc>
                <a:spcPct val="100000"/>
              </a:lnSpc>
              <a:spcBef>
                <a:spcPts val="400"/>
              </a:spcBef>
              <a:spcAft>
                <a:spcPts val="0"/>
              </a:spcAft>
              <a:buClr>
                <a:schemeClr val="dk2"/>
              </a:buClr>
              <a:buSzPts val="900"/>
              <a:buChar char="•"/>
              <a:defRPr/>
            </a:lvl4pPr>
            <a:lvl5pPr indent="-285750" lvl="4" marL="2286000" algn="l">
              <a:lnSpc>
                <a:spcPct val="100000"/>
              </a:lnSpc>
              <a:spcBef>
                <a:spcPts val="400"/>
              </a:spcBef>
              <a:spcAft>
                <a:spcPts val="0"/>
              </a:spcAft>
              <a:buClr>
                <a:schemeClr val="dk2"/>
              </a:buClr>
              <a:buSzPts val="9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100000"/>
              </a:lnSpc>
              <a:spcBef>
                <a:spcPts val="800"/>
              </a:spcBef>
              <a:spcAft>
                <a:spcPts val="0"/>
              </a:spcAft>
              <a:buClr>
                <a:schemeClr val="dk2"/>
              </a:buClr>
              <a:buSzPts val="1300"/>
              <a:buNone/>
              <a:defRPr b="1" sz="1800"/>
            </a:lvl1pPr>
            <a:lvl2pPr indent="-228600" lvl="1" marL="914400" algn="l">
              <a:lnSpc>
                <a:spcPct val="100000"/>
              </a:lnSpc>
              <a:spcBef>
                <a:spcPts val="400"/>
              </a:spcBef>
              <a:spcAft>
                <a:spcPts val="0"/>
              </a:spcAft>
              <a:buClr>
                <a:schemeClr val="dk2"/>
              </a:buClr>
              <a:buSzPts val="1100"/>
              <a:buNone/>
              <a:defRPr b="1" sz="1500"/>
            </a:lvl2pPr>
            <a:lvl3pPr indent="-228600" lvl="2" marL="1371600" algn="l">
              <a:lnSpc>
                <a:spcPct val="100000"/>
              </a:lnSpc>
              <a:spcBef>
                <a:spcPts val="400"/>
              </a:spcBef>
              <a:spcAft>
                <a:spcPts val="0"/>
              </a:spcAft>
              <a:buClr>
                <a:schemeClr val="dk2"/>
              </a:buClr>
              <a:buSzPts val="900"/>
              <a:buNone/>
              <a:defRPr b="1" sz="1400"/>
            </a:lvl3pPr>
            <a:lvl4pPr indent="-228600" lvl="3" marL="1828800" algn="l">
              <a:lnSpc>
                <a:spcPct val="100000"/>
              </a:lnSpc>
              <a:spcBef>
                <a:spcPts val="400"/>
              </a:spcBef>
              <a:spcAft>
                <a:spcPts val="0"/>
              </a:spcAft>
              <a:buClr>
                <a:schemeClr val="dk2"/>
              </a:buClr>
              <a:buSzPts val="800"/>
              <a:buNone/>
              <a:defRPr b="1" sz="1200"/>
            </a:lvl4pPr>
            <a:lvl5pPr indent="-228600" lvl="4" marL="2286000" algn="l">
              <a:lnSpc>
                <a:spcPct val="100000"/>
              </a:lnSpc>
              <a:spcBef>
                <a:spcPts val="400"/>
              </a:spcBef>
              <a:spcAft>
                <a:spcPts val="0"/>
              </a:spcAft>
              <a:buClr>
                <a:schemeClr val="dk2"/>
              </a:buClr>
              <a:buSzPts val="8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285750" lvl="0" marL="457200" algn="l">
              <a:lnSpc>
                <a:spcPct val="100000"/>
              </a:lnSpc>
              <a:spcBef>
                <a:spcPts val="800"/>
              </a:spcBef>
              <a:spcAft>
                <a:spcPts val="0"/>
              </a:spcAft>
              <a:buClr>
                <a:schemeClr val="dk2"/>
              </a:buClr>
              <a:buSzPts val="900"/>
              <a:buChar char="•"/>
              <a:defRPr/>
            </a:lvl1pPr>
            <a:lvl2pPr indent="-285750" lvl="1" marL="914400" algn="l">
              <a:lnSpc>
                <a:spcPct val="100000"/>
              </a:lnSpc>
              <a:spcBef>
                <a:spcPts val="400"/>
              </a:spcBef>
              <a:spcAft>
                <a:spcPts val="0"/>
              </a:spcAft>
              <a:buClr>
                <a:schemeClr val="dk2"/>
              </a:buClr>
              <a:buSzPts val="900"/>
              <a:buChar char="•"/>
              <a:defRPr/>
            </a:lvl2pPr>
            <a:lvl3pPr indent="-285750" lvl="2" marL="1371600" algn="l">
              <a:lnSpc>
                <a:spcPct val="100000"/>
              </a:lnSpc>
              <a:spcBef>
                <a:spcPts val="400"/>
              </a:spcBef>
              <a:spcAft>
                <a:spcPts val="0"/>
              </a:spcAft>
              <a:buClr>
                <a:schemeClr val="dk2"/>
              </a:buClr>
              <a:buSzPts val="900"/>
              <a:buChar char="•"/>
              <a:defRPr/>
            </a:lvl3pPr>
            <a:lvl4pPr indent="-285750" lvl="3" marL="1828800" algn="l">
              <a:lnSpc>
                <a:spcPct val="100000"/>
              </a:lnSpc>
              <a:spcBef>
                <a:spcPts val="400"/>
              </a:spcBef>
              <a:spcAft>
                <a:spcPts val="0"/>
              </a:spcAft>
              <a:buClr>
                <a:schemeClr val="dk2"/>
              </a:buClr>
              <a:buSzPts val="900"/>
              <a:buChar char="•"/>
              <a:defRPr/>
            </a:lvl4pPr>
            <a:lvl5pPr indent="-285750" lvl="4" marL="2286000" algn="l">
              <a:lnSpc>
                <a:spcPct val="100000"/>
              </a:lnSpc>
              <a:spcBef>
                <a:spcPts val="400"/>
              </a:spcBef>
              <a:spcAft>
                <a:spcPts val="0"/>
              </a:spcAft>
              <a:buClr>
                <a:schemeClr val="dk2"/>
              </a:buClr>
              <a:buSzPts val="9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1028700" y="514350"/>
            <a:ext cx="7115175" cy="1028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2"/>
              </a:buClr>
              <a:buSzPts val="2400"/>
              <a:buFont typeface="Sorts Mill Goud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36550" lvl="0" marL="457200" algn="l">
              <a:lnSpc>
                <a:spcPct val="100000"/>
              </a:lnSpc>
              <a:spcBef>
                <a:spcPts val="800"/>
              </a:spcBef>
              <a:spcAft>
                <a:spcPts val="0"/>
              </a:spcAft>
              <a:buClr>
                <a:schemeClr val="dk2"/>
              </a:buClr>
              <a:buSzPts val="1700"/>
              <a:buChar char="•"/>
              <a:defRPr sz="2400"/>
            </a:lvl1pPr>
            <a:lvl2pPr indent="-323850" lvl="1" marL="914400" algn="l">
              <a:lnSpc>
                <a:spcPct val="100000"/>
              </a:lnSpc>
              <a:spcBef>
                <a:spcPts val="400"/>
              </a:spcBef>
              <a:spcAft>
                <a:spcPts val="0"/>
              </a:spcAft>
              <a:buClr>
                <a:schemeClr val="dk2"/>
              </a:buClr>
              <a:buSzPts val="1500"/>
              <a:buChar char="•"/>
              <a:defRPr sz="2100"/>
            </a:lvl2pPr>
            <a:lvl3pPr indent="-311150" lvl="2" marL="1371600" algn="l">
              <a:lnSpc>
                <a:spcPct val="100000"/>
              </a:lnSpc>
              <a:spcBef>
                <a:spcPts val="400"/>
              </a:spcBef>
              <a:spcAft>
                <a:spcPts val="0"/>
              </a:spcAft>
              <a:buClr>
                <a:schemeClr val="dk2"/>
              </a:buClr>
              <a:buSzPts val="1300"/>
              <a:buChar char="•"/>
              <a:defRPr sz="1800"/>
            </a:lvl3pPr>
            <a:lvl4pPr indent="-298450" lvl="3" marL="1828800" algn="l">
              <a:lnSpc>
                <a:spcPct val="100000"/>
              </a:lnSpc>
              <a:spcBef>
                <a:spcPts val="400"/>
              </a:spcBef>
              <a:spcAft>
                <a:spcPts val="0"/>
              </a:spcAft>
              <a:buClr>
                <a:schemeClr val="dk2"/>
              </a:buClr>
              <a:buSzPts val="1100"/>
              <a:buChar char="•"/>
              <a:defRPr sz="1500"/>
            </a:lvl4pPr>
            <a:lvl5pPr indent="-298450" lvl="4" marL="2286000" algn="l">
              <a:lnSpc>
                <a:spcPct val="100000"/>
              </a:lnSpc>
              <a:spcBef>
                <a:spcPts val="400"/>
              </a:spcBef>
              <a:spcAft>
                <a:spcPts val="0"/>
              </a:spcAft>
              <a:buClr>
                <a:schemeClr val="dk2"/>
              </a:buClr>
              <a:buSzPts val="11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Clr>
                <a:schemeClr val="dk2"/>
              </a:buClr>
              <a:buSzPts val="800"/>
              <a:buNone/>
              <a:defRPr sz="1200"/>
            </a:lvl1pPr>
            <a:lvl2pPr indent="-228600" lvl="1" marL="914400" algn="l">
              <a:lnSpc>
                <a:spcPct val="100000"/>
              </a:lnSpc>
              <a:spcBef>
                <a:spcPts val="400"/>
              </a:spcBef>
              <a:spcAft>
                <a:spcPts val="0"/>
              </a:spcAft>
              <a:buClr>
                <a:schemeClr val="dk2"/>
              </a:buClr>
              <a:buSzPts val="700"/>
              <a:buNone/>
              <a:defRPr sz="1100"/>
            </a:lvl2pPr>
            <a:lvl3pPr indent="-228600" lvl="2" marL="1371600" algn="l">
              <a:lnSpc>
                <a:spcPct val="100000"/>
              </a:lnSpc>
              <a:spcBef>
                <a:spcPts val="400"/>
              </a:spcBef>
              <a:spcAft>
                <a:spcPts val="0"/>
              </a:spcAft>
              <a:buClr>
                <a:schemeClr val="dk2"/>
              </a:buClr>
              <a:buSzPts val="600"/>
              <a:buNone/>
              <a:defRPr sz="900"/>
            </a:lvl3pPr>
            <a:lvl4pPr indent="-228600" lvl="3" marL="1828800" algn="l">
              <a:lnSpc>
                <a:spcPct val="100000"/>
              </a:lnSpc>
              <a:spcBef>
                <a:spcPts val="400"/>
              </a:spcBef>
              <a:spcAft>
                <a:spcPts val="0"/>
              </a:spcAft>
              <a:buClr>
                <a:schemeClr val="dk2"/>
              </a:buClr>
              <a:buSzPts val="500"/>
              <a:buNone/>
              <a:defRPr sz="800"/>
            </a:lvl4pPr>
            <a:lvl5pPr indent="-228600" lvl="4" marL="2286000" algn="l">
              <a:lnSpc>
                <a:spcPct val="100000"/>
              </a:lnSpc>
              <a:spcBef>
                <a:spcPts val="400"/>
              </a:spcBef>
              <a:spcAft>
                <a:spcPts val="0"/>
              </a:spcAft>
              <a:buClr>
                <a:schemeClr val="dk2"/>
              </a:buClr>
              <a:buSzPts val="5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2"/>
              </a:buClr>
              <a:buSzPts val="2400"/>
              <a:buFont typeface="Sorts Mill Goud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800"/>
              </a:spcBef>
              <a:spcAft>
                <a:spcPts val="0"/>
              </a:spcAft>
              <a:buClr>
                <a:schemeClr val="dk2"/>
              </a:buClr>
              <a:buSzPts val="800"/>
              <a:buNone/>
              <a:defRPr sz="1200"/>
            </a:lvl1pPr>
            <a:lvl2pPr indent="-228600" lvl="1" marL="914400" algn="l">
              <a:lnSpc>
                <a:spcPct val="100000"/>
              </a:lnSpc>
              <a:spcBef>
                <a:spcPts val="400"/>
              </a:spcBef>
              <a:spcAft>
                <a:spcPts val="0"/>
              </a:spcAft>
              <a:buClr>
                <a:schemeClr val="dk2"/>
              </a:buClr>
              <a:buSzPts val="700"/>
              <a:buNone/>
              <a:defRPr sz="1100"/>
            </a:lvl2pPr>
            <a:lvl3pPr indent="-228600" lvl="2" marL="1371600" algn="l">
              <a:lnSpc>
                <a:spcPct val="100000"/>
              </a:lnSpc>
              <a:spcBef>
                <a:spcPts val="400"/>
              </a:spcBef>
              <a:spcAft>
                <a:spcPts val="0"/>
              </a:spcAft>
              <a:buClr>
                <a:schemeClr val="dk2"/>
              </a:buClr>
              <a:buSzPts val="600"/>
              <a:buNone/>
              <a:defRPr sz="900"/>
            </a:lvl3pPr>
            <a:lvl4pPr indent="-228600" lvl="3" marL="1828800" algn="l">
              <a:lnSpc>
                <a:spcPct val="100000"/>
              </a:lnSpc>
              <a:spcBef>
                <a:spcPts val="400"/>
              </a:spcBef>
              <a:spcAft>
                <a:spcPts val="0"/>
              </a:spcAft>
              <a:buClr>
                <a:schemeClr val="dk2"/>
              </a:buClr>
              <a:buSzPts val="500"/>
              <a:buNone/>
              <a:defRPr sz="800"/>
            </a:lvl4pPr>
            <a:lvl5pPr indent="-228600" lvl="4" marL="2286000" algn="l">
              <a:lnSpc>
                <a:spcPct val="100000"/>
              </a:lnSpc>
              <a:spcBef>
                <a:spcPts val="400"/>
              </a:spcBef>
              <a:spcAft>
                <a:spcPts val="0"/>
              </a:spcAft>
              <a:buClr>
                <a:schemeClr val="dk2"/>
              </a:buClr>
              <a:buSzPts val="5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1028700" y="514350"/>
            <a:ext cx="7115175" cy="1028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3117000" y="-397724"/>
            <a:ext cx="2938574" cy="7115176"/>
          </a:xfrm>
          <a:prstGeom prst="rect">
            <a:avLst/>
          </a:prstGeom>
          <a:noFill/>
          <a:ln>
            <a:noFill/>
          </a:ln>
        </p:spPr>
        <p:txBody>
          <a:bodyPr anchorCtr="0" anchor="t" bIns="34275" lIns="68575" spcFirstLastPara="1" rIns="68575" wrap="square" tIns="34275">
            <a:normAutofit/>
          </a:bodyPr>
          <a:lstStyle>
            <a:lvl1pPr indent="-285750" lvl="0" marL="457200" algn="l">
              <a:lnSpc>
                <a:spcPct val="100000"/>
              </a:lnSpc>
              <a:spcBef>
                <a:spcPts val="800"/>
              </a:spcBef>
              <a:spcAft>
                <a:spcPts val="0"/>
              </a:spcAft>
              <a:buClr>
                <a:schemeClr val="dk2"/>
              </a:buClr>
              <a:buSzPts val="900"/>
              <a:buChar char="•"/>
              <a:defRPr/>
            </a:lvl1pPr>
            <a:lvl2pPr indent="-285750" lvl="1" marL="914400" algn="l">
              <a:lnSpc>
                <a:spcPct val="100000"/>
              </a:lnSpc>
              <a:spcBef>
                <a:spcPts val="400"/>
              </a:spcBef>
              <a:spcAft>
                <a:spcPts val="0"/>
              </a:spcAft>
              <a:buClr>
                <a:schemeClr val="dk2"/>
              </a:buClr>
              <a:buSzPts val="900"/>
              <a:buChar char="•"/>
              <a:defRPr/>
            </a:lvl2pPr>
            <a:lvl3pPr indent="-285750" lvl="2" marL="1371600" algn="l">
              <a:lnSpc>
                <a:spcPct val="100000"/>
              </a:lnSpc>
              <a:spcBef>
                <a:spcPts val="400"/>
              </a:spcBef>
              <a:spcAft>
                <a:spcPts val="0"/>
              </a:spcAft>
              <a:buClr>
                <a:schemeClr val="dk2"/>
              </a:buClr>
              <a:buSzPts val="900"/>
              <a:buChar char="•"/>
              <a:defRPr/>
            </a:lvl3pPr>
            <a:lvl4pPr indent="-285750" lvl="3" marL="1828800" algn="l">
              <a:lnSpc>
                <a:spcPct val="100000"/>
              </a:lnSpc>
              <a:spcBef>
                <a:spcPts val="400"/>
              </a:spcBef>
              <a:spcAft>
                <a:spcPts val="0"/>
              </a:spcAft>
              <a:buClr>
                <a:schemeClr val="dk2"/>
              </a:buClr>
              <a:buSzPts val="900"/>
              <a:buChar char="•"/>
              <a:defRPr/>
            </a:lvl4pPr>
            <a:lvl5pPr indent="-285750" lvl="4" marL="2286000" algn="l">
              <a:lnSpc>
                <a:spcPct val="100000"/>
              </a:lnSpc>
              <a:spcBef>
                <a:spcPts val="400"/>
              </a:spcBef>
              <a:spcAft>
                <a:spcPts val="0"/>
              </a:spcAft>
              <a:buClr>
                <a:schemeClr val="dk2"/>
              </a:buClr>
              <a:buSzPts val="9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285750" lvl="0" marL="457200" algn="l">
              <a:lnSpc>
                <a:spcPct val="100000"/>
              </a:lnSpc>
              <a:spcBef>
                <a:spcPts val="800"/>
              </a:spcBef>
              <a:spcAft>
                <a:spcPts val="0"/>
              </a:spcAft>
              <a:buClr>
                <a:schemeClr val="dk2"/>
              </a:buClr>
              <a:buSzPts val="900"/>
              <a:buChar char="•"/>
              <a:defRPr/>
            </a:lvl1pPr>
            <a:lvl2pPr indent="-285750" lvl="1" marL="914400" algn="l">
              <a:lnSpc>
                <a:spcPct val="100000"/>
              </a:lnSpc>
              <a:spcBef>
                <a:spcPts val="400"/>
              </a:spcBef>
              <a:spcAft>
                <a:spcPts val="0"/>
              </a:spcAft>
              <a:buClr>
                <a:schemeClr val="dk2"/>
              </a:buClr>
              <a:buSzPts val="900"/>
              <a:buChar char="•"/>
              <a:defRPr/>
            </a:lvl2pPr>
            <a:lvl3pPr indent="-285750" lvl="2" marL="1371600" algn="l">
              <a:lnSpc>
                <a:spcPct val="100000"/>
              </a:lnSpc>
              <a:spcBef>
                <a:spcPts val="400"/>
              </a:spcBef>
              <a:spcAft>
                <a:spcPts val="0"/>
              </a:spcAft>
              <a:buClr>
                <a:schemeClr val="dk2"/>
              </a:buClr>
              <a:buSzPts val="900"/>
              <a:buChar char="•"/>
              <a:defRPr/>
            </a:lvl3pPr>
            <a:lvl4pPr indent="-285750" lvl="3" marL="1828800" algn="l">
              <a:lnSpc>
                <a:spcPct val="100000"/>
              </a:lnSpc>
              <a:spcBef>
                <a:spcPts val="400"/>
              </a:spcBef>
              <a:spcAft>
                <a:spcPts val="0"/>
              </a:spcAft>
              <a:buClr>
                <a:schemeClr val="dk2"/>
              </a:buClr>
              <a:buSzPts val="900"/>
              <a:buChar char="•"/>
              <a:defRPr/>
            </a:lvl4pPr>
            <a:lvl5pPr indent="-285750" lvl="4" marL="2286000" algn="l">
              <a:lnSpc>
                <a:spcPct val="100000"/>
              </a:lnSpc>
              <a:spcBef>
                <a:spcPts val="400"/>
              </a:spcBef>
              <a:spcAft>
                <a:spcPts val="0"/>
              </a:spcAft>
              <a:buClr>
                <a:schemeClr val="dk2"/>
              </a:buClr>
              <a:buSzPts val="9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028700" y="514350"/>
            <a:ext cx="7115175" cy="10287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chemeClr val="dk2"/>
              </a:buClr>
              <a:buSzPts val="2700"/>
              <a:buFont typeface="Sorts Mill Goudy"/>
              <a:buNone/>
              <a:defRPr b="0" i="0" sz="2700" u="none" cap="none" strike="noStrike">
                <a:solidFill>
                  <a:schemeClr val="dk2"/>
                </a:solidFill>
                <a:latin typeface="Sorts Mill Goudy"/>
                <a:ea typeface="Sorts Mill Goudy"/>
                <a:cs typeface="Sorts Mill Goudy"/>
                <a:sym typeface="Sorts Mill Goud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1028699" y="1690577"/>
            <a:ext cx="7115176" cy="2938574"/>
          </a:xfrm>
          <a:prstGeom prst="rect">
            <a:avLst/>
          </a:prstGeom>
          <a:noFill/>
          <a:ln>
            <a:noFill/>
          </a:ln>
        </p:spPr>
        <p:txBody>
          <a:bodyPr anchorCtr="0" anchor="t" bIns="34275" lIns="68575" spcFirstLastPara="1" rIns="68575" wrap="square" tIns="34275">
            <a:normAutofit/>
          </a:bodyPr>
          <a:lstStyle>
            <a:lvl1pPr indent="-311150" lvl="0" marL="457200" marR="0" rtl="0" algn="l">
              <a:lnSpc>
                <a:spcPct val="100000"/>
              </a:lnSpc>
              <a:spcBef>
                <a:spcPts val="800"/>
              </a:spcBef>
              <a:spcAft>
                <a:spcPts val="0"/>
              </a:spcAft>
              <a:buClr>
                <a:schemeClr val="dk2"/>
              </a:buClr>
              <a:buSzPts val="1300"/>
              <a:buFont typeface="Arial"/>
              <a:buChar char="•"/>
              <a:defRPr b="0" i="0" sz="1800" u="none" cap="none" strike="noStrike">
                <a:solidFill>
                  <a:schemeClr val="dk2"/>
                </a:solidFill>
                <a:latin typeface="Sorts Mill Goudy"/>
                <a:ea typeface="Sorts Mill Goudy"/>
                <a:cs typeface="Sorts Mill Goudy"/>
                <a:sym typeface="Sorts Mill Goudy"/>
              </a:defRPr>
            </a:lvl1pPr>
            <a:lvl2pPr indent="-298450" lvl="1" marL="914400" marR="0" rtl="0" algn="l">
              <a:lnSpc>
                <a:spcPct val="100000"/>
              </a:lnSpc>
              <a:spcBef>
                <a:spcPts val="400"/>
              </a:spcBef>
              <a:spcAft>
                <a:spcPts val="0"/>
              </a:spcAft>
              <a:buClr>
                <a:schemeClr val="dk2"/>
              </a:buClr>
              <a:buSzPts val="1100"/>
              <a:buFont typeface="Arial"/>
              <a:buChar char="•"/>
              <a:defRPr b="0" i="0" sz="1500" u="none" cap="none" strike="noStrike">
                <a:solidFill>
                  <a:schemeClr val="dk2"/>
                </a:solidFill>
                <a:latin typeface="Sorts Mill Goudy"/>
                <a:ea typeface="Sorts Mill Goudy"/>
                <a:cs typeface="Sorts Mill Goudy"/>
                <a:sym typeface="Sorts Mill Goudy"/>
              </a:defRPr>
            </a:lvl2pPr>
            <a:lvl3pPr indent="-285750" lvl="2" marL="1371600" marR="0" rtl="0" algn="l">
              <a:lnSpc>
                <a:spcPct val="100000"/>
              </a:lnSpc>
              <a:spcBef>
                <a:spcPts val="400"/>
              </a:spcBef>
              <a:spcAft>
                <a:spcPts val="0"/>
              </a:spcAft>
              <a:buClr>
                <a:schemeClr val="dk2"/>
              </a:buClr>
              <a:buSzPts val="900"/>
              <a:buFont typeface="Arial"/>
              <a:buChar char="•"/>
              <a:defRPr b="0" i="0" sz="1400" u="none" cap="none" strike="noStrike">
                <a:solidFill>
                  <a:schemeClr val="dk2"/>
                </a:solidFill>
                <a:latin typeface="Sorts Mill Goudy"/>
                <a:ea typeface="Sorts Mill Goudy"/>
                <a:cs typeface="Sorts Mill Goudy"/>
                <a:sym typeface="Sorts Mill Goudy"/>
              </a:defRPr>
            </a:lvl3pPr>
            <a:lvl4pPr indent="-279400" lvl="3" marL="1828800" marR="0" rtl="0" algn="l">
              <a:lnSpc>
                <a:spcPct val="100000"/>
              </a:lnSpc>
              <a:spcBef>
                <a:spcPts val="400"/>
              </a:spcBef>
              <a:spcAft>
                <a:spcPts val="0"/>
              </a:spcAft>
              <a:buClr>
                <a:schemeClr val="dk2"/>
              </a:buClr>
              <a:buSzPts val="800"/>
              <a:buFont typeface="Arial"/>
              <a:buChar char="•"/>
              <a:defRPr b="0" i="0" sz="1200" u="none" cap="none" strike="noStrike">
                <a:solidFill>
                  <a:schemeClr val="dk2"/>
                </a:solidFill>
                <a:latin typeface="Sorts Mill Goudy"/>
                <a:ea typeface="Sorts Mill Goudy"/>
                <a:cs typeface="Sorts Mill Goudy"/>
                <a:sym typeface="Sorts Mill Goudy"/>
              </a:defRPr>
            </a:lvl4pPr>
            <a:lvl5pPr indent="-279400" lvl="4" marL="2286000" marR="0" rtl="0" algn="l">
              <a:lnSpc>
                <a:spcPct val="100000"/>
              </a:lnSpc>
              <a:spcBef>
                <a:spcPts val="400"/>
              </a:spcBef>
              <a:spcAft>
                <a:spcPts val="0"/>
              </a:spcAft>
              <a:buClr>
                <a:schemeClr val="dk2"/>
              </a:buClr>
              <a:buSzPts val="800"/>
              <a:buFont typeface="Arial"/>
              <a:buChar char="•"/>
              <a:defRPr b="0" i="0" sz="1200" u="none" cap="none" strike="noStrike">
                <a:solidFill>
                  <a:schemeClr val="dk2"/>
                </a:solidFill>
                <a:latin typeface="Sorts Mill Goudy"/>
                <a:ea typeface="Sorts Mill Goudy"/>
                <a:cs typeface="Sorts Mill Goudy"/>
                <a:sym typeface="Sorts Mill Goudy"/>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9pPr>
          </a:lstStyle>
          <a:p/>
        </p:txBody>
      </p:sp>
      <p:sp>
        <p:nvSpPr>
          <p:cNvPr id="53" name="Google Shape;53;p13"/>
          <p:cNvSpPr txBox="1"/>
          <p:nvPr>
            <p:ph idx="10" type="dt"/>
          </p:nvPr>
        </p:nvSpPr>
        <p:spPr>
          <a:xfrm rot="5400000">
            <a:off x="7350017" y="2417813"/>
            <a:ext cx="3086101" cy="307876"/>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700" u="none" cap="none" strike="noStrike">
                <a:solidFill>
                  <a:srgbClr val="537272"/>
                </a:solidFill>
                <a:latin typeface="Gill Sans"/>
                <a:ea typeface="Gill Sans"/>
                <a:cs typeface="Gill Sans"/>
                <a:sym typeface="Gill Sans"/>
              </a:defRPr>
            </a:lvl1pPr>
            <a:lvl2pPr lvl="1"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9pPr>
          </a:lstStyle>
          <a:p/>
        </p:txBody>
      </p:sp>
      <p:sp>
        <p:nvSpPr>
          <p:cNvPr id="54" name="Google Shape;54;p13"/>
          <p:cNvSpPr txBox="1"/>
          <p:nvPr>
            <p:ph idx="11" type="ftr"/>
          </p:nvPr>
        </p:nvSpPr>
        <p:spPr>
          <a:xfrm rot="5400000">
            <a:off x="-1281102" y="2417813"/>
            <a:ext cx="3086100" cy="307876"/>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700" u="none" cap="none" strike="noStrike">
                <a:solidFill>
                  <a:srgbClr val="537272"/>
                </a:solidFill>
                <a:latin typeface="Gill Sans"/>
                <a:ea typeface="Gill Sans"/>
                <a:cs typeface="Gill Sans"/>
                <a:sym typeface="Gill Sans"/>
              </a:defRPr>
            </a:lvl1pPr>
            <a:lvl2pPr lvl="1"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100"/>
              <a:buNone/>
              <a:defRPr b="0" i="0" sz="1400" u="none" cap="none" strike="noStrike">
                <a:solidFill>
                  <a:schemeClr val="dk1"/>
                </a:solidFill>
                <a:latin typeface="Gill Sans"/>
                <a:ea typeface="Gill Sans"/>
                <a:cs typeface="Gill Sans"/>
                <a:sym typeface="Gill Sans"/>
              </a:defRPr>
            </a:lvl9pPr>
          </a:lstStyle>
          <a:p/>
        </p:txBody>
      </p:sp>
      <p:sp>
        <p:nvSpPr>
          <p:cNvPr id="55" name="Google Shape;55;p13"/>
          <p:cNvSpPr txBox="1"/>
          <p:nvPr>
            <p:ph idx="12" type="sldNum"/>
          </p:nvPr>
        </p:nvSpPr>
        <p:spPr>
          <a:xfrm>
            <a:off x="8337255" y="4767263"/>
            <a:ext cx="653901"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700" u="none" cap="none" strike="noStrike">
                <a:solidFill>
                  <a:srgbClr val="537272"/>
                </a:solidFill>
                <a:latin typeface="Gill Sans"/>
                <a:ea typeface="Gill Sans"/>
                <a:cs typeface="Gill Sans"/>
                <a:sym typeface="Gill Sans"/>
              </a:defRPr>
            </a:lvl1pPr>
            <a:lvl2pPr indent="0" lvl="1" marL="0" marR="0" rtl="0" algn="r">
              <a:spcBef>
                <a:spcPts val="0"/>
              </a:spcBef>
              <a:buNone/>
              <a:defRPr b="0" i="0" sz="700" u="none" cap="none" strike="noStrike">
                <a:solidFill>
                  <a:srgbClr val="537272"/>
                </a:solidFill>
                <a:latin typeface="Gill Sans"/>
                <a:ea typeface="Gill Sans"/>
                <a:cs typeface="Gill Sans"/>
                <a:sym typeface="Gill Sans"/>
              </a:defRPr>
            </a:lvl2pPr>
            <a:lvl3pPr indent="0" lvl="2" marL="0" marR="0" rtl="0" algn="r">
              <a:spcBef>
                <a:spcPts val="0"/>
              </a:spcBef>
              <a:buNone/>
              <a:defRPr b="0" i="0" sz="700" u="none" cap="none" strike="noStrike">
                <a:solidFill>
                  <a:srgbClr val="537272"/>
                </a:solidFill>
                <a:latin typeface="Gill Sans"/>
                <a:ea typeface="Gill Sans"/>
                <a:cs typeface="Gill Sans"/>
                <a:sym typeface="Gill Sans"/>
              </a:defRPr>
            </a:lvl3pPr>
            <a:lvl4pPr indent="0" lvl="3" marL="0" marR="0" rtl="0" algn="r">
              <a:spcBef>
                <a:spcPts val="0"/>
              </a:spcBef>
              <a:buNone/>
              <a:defRPr b="0" i="0" sz="700" u="none" cap="none" strike="noStrike">
                <a:solidFill>
                  <a:srgbClr val="537272"/>
                </a:solidFill>
                <a:latin typeface="Gill Sans"/>
                <a:ea typeface="Gill Sans"/>
                <a:cs typeface="Gill Sans"/>
                <a:sym typeface="Gill Sans"/>
              </a:defRPr>
            </a:lvl4pPr>
            <a:lvl5pPr indent="0" lvl="4" marL="0" marR="0" rtl="0" algn="r">
              <a:spcBef>
                <a:spcPts val="0"/>
              </a:spcBef>
              <a:buNone/>
              <a:defRPr b="0" i="0" sz="700" u="none" cap="none" strike="noStrike">
                <a:solidFill>
                  <a:srgbClr val="537272"/>
                </a:solidFill>
                <a:latin typeface="Gill Sans"/>
                <a:ea typeface="Gill Sans"/>
                <a:cs typeface="Gill Sans"/>
                <a:sym typeface="Gill Sans"/>
              </a:defRPr>
            </a:lvl5pPr>
            <a:lvl6pPr indent="0" lvl="5" marL="0" marR="0" rtl="0" algn="r">
              <a:spcBef>
                <a:spcPts val="0"/>
              </a:spcBef>
              <a:buNone/>
              <a:defRPr b="0" i="0" sz="700" u="none" cap="none" strike="noStrike">
                <a:solidFill>
                  <a:srgbClr val="537272"/>
                </a:solidFill>
                <a:latin typeface="Gill Sans"/>
                <a:ea typeface="Gill Sans"/>
                <a:cs typeface="Gill Sans"/>
                <a:sym typeface="Gill Sans"/>
              </a:defRPr>
            </a:lvl6pPr>
            <a:lvl7pPr indent="0" lvl="6" marL="0" marR="0" rtl="0" algn="r">
              <a:spcBef>
                <a:spcPts val="0"/>
              </a:spcBef>
              <a:buNone/>
              <a:defRPr b="0" i="0" sz="700" u="none" cap="none" strike="noStrike">
                <a:solidFill>
                  <a:srgbClr val="537272"/>
                </a:solidFill>
                <a:latin typeface="Gill Sans"/>
                <a:ea typeface="Gill Sans"/>
                <a:cs typeface="Gill Sans"/>
                <a:sym typeface="Gill Sans"/>
              </a:defRPr>
            </a:lvl7pPr>
            <a:lvl8pPr indent="0" lvl="7" marL="0" marR="0" rtl="0" algn="r">
              <a:spcBef>
                <a:spcPts val="0"/>
              </a:spcBef>
              <a:buNone/>
              <a:defRPr b="0" i="0" sz="700" u="none" cap="none" strike="noStrike">
                <a:solidFill>
                  <a:srgbClr val="537272"/>
                </a:solidFill>
                <a:latin typeface="Gill Sans"/>
                <a:ea typeface="Gill Sans"/>
                <a:cs typeface="Gill Sans"/>
                <a:sym typeface="Gill Sans"/>
              </a:defRPr>
            </a:lvl8pPr>
            <a:lvl9pPr indent="0" lvl="8" marL="0" marR="0" rtl="0" algn="r">
              <a:spcBef>
                <a:spcPts val="0"/>
              </a:spcBef>
              <a:buNone/>
              <a:defRPr b="0" i="0" sz="700" u="none" cap="none" strike="noStrike">
                <a:solidFill>
                  <a:srgbClr val="53727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1.jpg"/><Relationship Id="rId6" Type="http://schemas.openxmlformats.org/officeDocument/2006/relationships/image" Target="../media/image16.jpg"/><Relationship Id="rId7" Type="http://schemas.openxmlformats.org/officeDocument/2006/relationships/image" Target="../media/image22.jpg"/><Relationship Id="rId8"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19.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1.jpg"/><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30" name="Google Shape;130;p25"/>
          <p:cNvSpPr/>
          <p:nvPr/>
        </p:nvSpPr>
        <p:spPr>
          <a:xfrm>
            <a:off x="0" y="1"/>
            <a:ext cx="6115200" cy="5143500"/>
          </a:xfrm>
          <a:prstGeom prst="rect">
            <a:avLst/>
          </a:prstGeom>
          <a:solidFill>
            <a:srgbClr val="7A070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31" name="Google Shape;131;p25"/>
          <p:cNvSpPr/>
          <p:nvPr/>
        </p:nvSpPr>
        <p:spPr>
          <a:xfrm>
            <a:off x="1028700" y="224175"/>
            <a:ext cx="4057800" cy="40599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chemeClr val="dk1"/>
              </a:buClr>
              <a:buFont typeface="Arial"/>
              <a:buNone/>
            </a:pPr>
            <a:r>
              <a:rPr lang="en" sz="2700">
                <a:solidFill>
                  <a:schemeClr val="lt1"/>
                </a:solidFill>
                <a:latin typeface="Sorts Mill Goudy"/>
                <a:ea typeface="Sorts Mill Goudy"/>
                <a:cs typeface="Sorts Mill Goudy"/>
                <a:sym typeface="Sorts Mill Goudy"/>
              </a:rPr>
              <a:t>IndyGo Ridership PowerBI Dashboard</a:t>
            </a:r>
            <a:endParaRPr sz="2700" cap="none">
              <a:solidFill>
                <a:schemeClr val="lt1"/>
              </a:solidFill>
              <a:latin typeface="Sorts Mill Goudy"/>
              <a:ea typeface="Sorts Mill Goudy"/>
              <a:cs typeface="Sorts Mill Goudy"/>
              <a:sym typeface="Sorts Mill Goudy"/>
            </a:endParaRPr>
          </a:p>
          <a:p>
            <a:pPr indent="0" lvl="0" marL="0" marR="0" rtl="0" algn="ctr">
              <a:lnSpc>
                <a:spcPct val="80000"/>
              </a:lnSpc>
              <a:spcBef>
                <a:spcPts val="500"/>
              </a:spcBef>
              <a:spcAft>
                <a:spcPts val="0"/>
              </a:spcAft>
              <a:buClr>
                <a:schemeClr val="dk1"/>
              </a:buClr>
              <a:buSzPts val="2100"/>
              <a:buFont typeface="Arial"/>
              <a:buNone/>
            </a:pPr>
            <a:r>
              <a:t/>
            </a:r>
            <a:endParaRPr sz="2100" cap="none">
              <a:solidFill>
                <a:schemeClr val="lt2"/>
              </a:solidFill>
              <a:latin typeface="Sorts Mill Goudy"/>
              <a:ea typeface="Sorts Mill Goudy"/>
              <a:cs typeface="Sorts Mill Goudy"/>
              <a:sym typeface="Sorts Mill Goudy"/>
            </a:endParaRPr>
          </a:p>
          <a:p>
            <a:pPr indent="0" lvl="0" marL="0" rtl="0" algn="ctr">
              <a:spcBef>
                <a:spcPts val="0"/>
              </a:spcBef>
              <a:spcAft>
                <a:spcPts val="0"/>
              </a:spcAft>
              <a:buClr>
                <a:schemeClr val="dk1"/>
              </a:buClr>
              <a:buFont typeface="Arial"/>
              <a:buNone/>
            </a:pPr>
            <a:r>
              <a:rPr lang="en" sz="1600">
                <a:solidFill>
                  <a:schemeClr val="lt1"/>
                </a:solidFill>
                <a:latin typeface="Sorts Mill Goudy"/>
                <a:ea typeface="Sorts Mill Goudy"/>
                <a:cs typeface="Sorts Mill Goudy"/>
                <a:sym typeface="Sorts Mill Goudy"/>
              </a:rPr>
              <a:t>Team 15</a:t>
            </a:r>
            <a:endParaRPr sz="1600">
              <a:solidFill>
                <a:schemeClr val="lt1"/>
              </a:solidFill>
              <a:latin typeface="Sorts Mill Goudy"/>
              <a:ea typeface="Sorts Mill Goudy"/>
              <a:cs typeface="Sorts Mill Goudy"/>
              <a:sym typeface="Sorts Mill Goudy"/>
            </a:endParaRPr>
          </a:p>
          <a:p>
            <a:pPr indent="0" lvl="0" marL="0" rtl="0" algn="ctr">
              <a:spcBef>
                <a:spcPts val="0"/>
              </a:spcBef>
              <a:spcAft>
                <a:spcPts val="0"/>
              </a:spcAft>
              <a:buClr>
                <a:schemeClr val="dk1"/>
              </a:buClr>
              <a:buFont typeface="Arial"/>
              <a:buNone/>
            </a:pPr>
            <a:r>
              <a:t/>
            </a:r>
            <a:endParaRPr sz="1800">
              <a:solidFill>
                <a:schemeClr val="dk1"/>
              </a:solidFill>
            </a:endParaRPr>
          </a:p>
          <a:p>
            <a:pPr indent="0" lvl="0" marL="0" rtl="0" algn="ctr">
              <a:spcBef>
                <a:spcPts val="0"/>
              </a:spcBef>
              <a:spcAft>
                <a:spcPts val="0"/>
              </a:spcAft>
              <a:buClr>
                <a:schemeClr val="dk1"/>
              </a:buClr>
              <a:buFont typeface="Arial"/>
              <a:buNone/>
            </a:pPr>
            <a:r>
              <a:t/>
            </a:r>
            <a:endParaRPr sz="1800">
              <a:solidFill>
                <a:schemeClr val="dk1"/>
              </a:solidFill>
            </a:endParaRPr>
          </a:p>
          <a:p>
            <a:pPr indent="0" lvl="0" marL="0" marR="0" rtl="0" algn="ctr">
              <a:lnSpc>
                <a:spcPct val="80000"/>
              </a:lnSpc>
              <a:spcBef>
                <a:spcPts val="500"/>
              </a:spcBef>
              <a:spcAft>
                <a:spcPts val="0"/>
              </a:spcAft>
              <a:buClr>
                <a:schemeClr val="dk1"/>
              </a:buClr>
              <a:buSzPts val="2100"/>
              <a:buFont typeface="Arial"/>
              <a:buNone/>
            </a:pPr>
            <a:r>
              <a:t/>
            </a:r>
            <a:endParaRPr sz="2100" cap="none">
              <a:solidFill>
                <a:schemeClr val="lt2"/>
              </a:solidFill>
              <a:latin typeface="Sorts Mill Goudy"/>
              <a:ea typeface="Sorts Mill Goudy"/>
              <a:cs typeface="Sorts Mill Goudy"/>
              <a:sym typeface="Sorts Mill Goudy"/>
            </a:endParaRPr>
          </a:p>
          <a:p>
            <a:pPr indent="0" lvl="0" marL="0" marR="0" rtl="0" algn="ctr">
              <a:lnSpc>
                <a:spcPct val="80000"/>
              </a:lnSpc>
              <a:spcBef>
                <a:spcPts val="500"/>
              </a:spcBef>
              <a:spcAft>
                <a:spcPts val="0"/>
              </a:spcAft>
              <a:buClr>
                <a:schemeClr val="dk1"/>
              </a:buClr>
              <a:buSzPts val="2100"/>
              <a:buFont typeface="Sorts Mill Goudy"/>
              <a:buNone/>
            </a:pPr>
            <a:br>
              <a:rPr lang="en" sz="2100" cap="none">
                <a:solidFill>
                  <a:schemeClr val="dk1"/>
                </a:solidFill>
                <a:latin typeface="Sorts Mill Goudy"/>
                <a:ea typeface="Sorts Mill Goudy"/>
                <a:cs typeface="Sorts Mill Goudy"/>
                <a:sym typeface="Sorts Mill Goudy"/>
              </a:rPr>
            </a:br>
            <a:endParaRPr sz="2100" cap="none">
              <a:solidFill>
                <a:schemeClr val="lt2"/>
              </a:solidFill>
              <a:latin typeface="Sorts Mill Goudy"/>
              <a:ea typeface="Sorts Mill Goudy"/>
              <a:cs typeface="Sorts Mill Goudy"/>
              <a:sym typeface="Sorts Mill Goudy"/>
            </a:endParaRPr>
          </a:p>
        </p:txBody>
      </p:sp>
      <p:sp>
        <p:nvSpPr>
          <p:cNvPr id="132" name="Google Shape;132;p25"/>
          <p:cNvSpPr txBox="1"/>
          <p:nvPr/>
        </p:nvSpPr>
        <p:spPr>
          <a:xfrm>
            <a:off x="1543050" y="3086099"/>
            <a:ext cx="3029100" cy="1542900"/>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None/>
            </a:pPr>
            <a:r>
              <a:rPr i="1" lang="en" sz="1600">
                <a:solidFill>
                  <a:schemeClr val="lt1"/>
                </a:solidFill>
                <a:latin typeface="Sorts Mill Goudy"/>
                <a:ea typeface="Sorts Mill Goudy"/>
                <a:cs typeface="Sorts Mill Goudy"/>
                <a:sym typeface="Sorts Mill Goudy"/>
              </a:rPr>
              <a:t>Project Sponsor: IndyGo</a:t>
            </a:r>
            <a:endParaRPr i="1" sz="1600">
              <a:solidFill>
                <a:schemeClr val="lt1"/>
              </a:solidFill>
              <a:latin typeface="Sorts Mill Goudy"/>
              <a:ea typeface="Sorts Mill Goudy"/>
              <a:cs typeface="Sorts Mill Goudy"/>
              <a:sym typeface="Sorts Mill Goudy"/>
            </a:endParaRPr>
          </a:p>
        </p:txBody>
      </p:sp>
      <p:pic>
        <p:nvPicPr>
          <p:cNvPr descr="Indiana University" id="133" name="Google Shape;133;p25"/>
          <p:cNvPicPr preferRelativeResize="0"/>
          <p:nvPr/>
        </p:nvPicPr>
        <p:blipFill rotWithShape="1">
          <a:blip r:embed="rId3">
            <a:alphaModFix/>
          </a:blip>
          <a:srcRect b="0" l="0" r="0" t="0"/>
          <a:stretch/>
        </p:blipFill>
        <p:spPr>
          <a:xfrm>
            <a:off x="6662176" y="514351"/>
            <a:ext cx="1934699" cy="1934699"/>
          </a:xfrm>
          <a:prstGeom prst="rect">
            <a:avLst/>
          </a:prstGeom>
          <a:noFill/>
          <a:ln>
            <a:noFill/>
          </a:ln>
        </p:spPr>
      </p:pic>
      <p:pic>
        <p:nvPicPr>
          <p:cNvPr descr="A bus station with buildings and a bus stop&#10;&#10;AI-generated content may be incorrect." id="134" name="Google Shape;134;p25"/>
          <p:cNvPicPr preferRelativeResize="0"/>
          <p:nvPr/>
        </p:nvPicPr>
        <p:blipFill rotWithShape="1">
          <a:blip r:embed="rId4">
            <a:alphaModFix/>
          </a:blip>
          <a:srcRect b="0" l="0" r="0" t="0"/>
          <a:stretch/>
        </p:blipFill>
        <p:spPr>
          <a:xfrm>
            <a:off x="6629680" y="2694452"/>
            <a:ext cx="1999687" cy="19346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p:nvPr/>
        </p:nvSpPr>
        <p:spPr>
          <a:xfrm>
            <a:off x="-930" y="215483"/>
            <a:ext cx="114300" cy="440400"/>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140" name="Google Shape;140;p26"/>
          <p:cNvSpPr txBox="1"/>
          <p:nvPr>
            <p:ph idx="4294967295" type="title"/>
          </p:nvPr>
        </p:nvSpPr>
        <p:spPr>
          <a:xfrm>
            <a:off x="112556" y="174068"/>
            <a:ext cx="5531700" cy="479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MEET THE TEAM</a:t>
            </a:r>
            <a:endParaRPr/>
          </a:p>
        </p:txBody>
      </p:sp>
      <p:sp>
        <p:nvSpPr>
          <p:cNvPr id="141" name="Google Shape;141;p26"/>
          <p:cNvSpPr txBox="1"/>
          <p:nvPr/>
        </p:nvSpPr>
        <p:spPr>
          <a:xfrm>
            <a:off x="309675" y="3799400"/>
            <a:ext cx="893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Anish R Khatavkar                 Rishikesh Kumar                 Arnav Srivastava                      Shruthi Nagappan                   Uthra Sridhar   </a:t>
            </a:r>
            <a:r>
              <a:rPr lang="en"/>
              <a:t>                                                                                                               </a:t>
            </a:r>
            <a:r>
              <a:rPr lang="en"/>
              <a:t> </a:t>
            </a:r>
            <a:endParaRPr/>
          </a:p>
        </p:txBody>
      </p:sp>
      <p:pic>
        <p:nvPicPr>
          <p:cNvPr id="142" name="Google Shape;142;p26"/>
          <p:cNvPicPr preferRelativeResize="0"/>
          <p:nvPr/>
        </p:nvPicPr>
        <p:blipFill>
          <a:blip r:embed="rId3">
            <a:alphaModFix/>
          </a:blip>
          <a:stretch>
            <a:fillRect/>
          </a:stretch>
        </p:blipFill>
        <p:spPr>
          <a:xfrm>
            <a:off x="3754575" y="1218725"/>
            <a:ext cx="1908813" cy="2209274"/>
          </a:xfrm>
          <a:prstGeom prst="rect">
            <a:avLst/>
          </a:prstGeom>
          <a:noFill/>
          <a:ln>
            <a:noFill/>
          </a:ln>
        </p:spPr>
      </p:pic>
      <p:sp>
        <p:nvSpPr>
          <p:cNvPr id="143" name="Google Shape;143;p26"/>
          <p:cNvSpPr txBox="1"/>
          <p:nvPr/>
        </p:nvSpPr>
        <p:spPr>
          <a:xfrm>
            <a:off x="3856378" y="1336553"/>
            <a:ext cx="2004000" cy="231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44" name="Google Shape;144;p26"/>
          <p:cNvPicPr preferRelativeResize="0"/>
          <p:nvPr/>
        </p:nvPicPr>
        <p:blipFill>
          <a:blip r:embed="rId3">
            <a:alphaModFix/>
          </a:blip>
          <a:stretch>
            <a:fillRect/>
          </a:stretch>
        </p:blipFill>
        <p:spPr>
          <a:xfrm>
            <a:off x="3906975" y="1371125"/>
            <a:ext cx="1908813" cy="2209274"/>
          </a:xfrm>
          <a:prstGeom prst="rect">
            <a:avLst/>
          </a:prstGeom>
          <a:noFill/>
          <a:ln>
            <a:noFill/>
          </a:ln>
        </p:spPr>
      </p:pic>
      <p:sp>
        <p:nvSpPr>
          <p:cNvPr id="145" name="Google Shape;145;p26"/>
          <p:cNvSpPr txBox="1"/>
          <p:nvPr/>
        </p:nvSpPr>
        <p:spPr>
          <a:xfrm>
            <a:off x="-51726" y="1374750"/>
            <a:ext cx="1889700" cy="231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pic>
        <p:nvPicPr>
          <p:cNvPr id="146" name="Google Shape;146;p26"/>
          <p:cNvPicPr preferRelativeResize="0"/>
          <p:nvPr/>
        </p:nvPicPr>
        <p:blipFill rotWithShape="1">
          <a:blip r:embed="rId3">
            <a:alphaModFix/>
          </a:blip>
          <a:srcRect b="-7810" l="-77030" r="77029" t="7810"/>
          <a:stretch/>
        </p:blipFill>
        <p:spPr>
          <a:xfrm>
            <a:off x="2435375" y="1429763"/>
            <a:ext cx="1675036" cy="2209271"/>
          </a:xfrm>
          <a:prstGeom prst="rect">
            <a:avLst/>
          </a:prstGeom>
          <a:noFill/>
          <a:ln>
            <a:noFill/>
          </a:ln>
        </p:spPr>
      </p:pic>
      <p:sp>
        <p:nvSpPr>
          <p:cNvPr id="147" name="Google Shape;147;p26"/>
          <p:cNvSpPr txBox="1"/>
          <p:nvPr/>
        </p:nvSpPr>
        <p:spPr>
          <a:xfrm>
            <a:off x="754575" y="869200"/>
            <a:ext cx="811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pic>
        <p:nvPicPr>
          <p:cNvPr id="148" name="Google Shape;148;p26"/>
          <p:cNvPicPr preferRelativeResize="0"/>
          <p:nvPr/>
        </p:nvPicPr>
        <p:blipFill>
          <a:blip r:embed="rId4">
            <a:alphaModFix/>
          </a:blip>
          <a:stretch>
            <a:fillRect/>
          </a:stretch>
        </p:blipFill>
        <p:spPr>
          <a:xfrm>
            <a:off x="7402050" y="1392575"/>
            <a:ext cx="1675026" cy="2246451"/>
          </a:xfrm>
          <a:prstGeom prst="rect">
            <a:avLst/>
          </a:prstGeom>
          <a:noFill/>
          <a:ln>
            <a:noFill/>
          </a:ln>
        </p:spPr>
      </p:pic>
      <p:pic>
        <p:nvPicPr>
          <p:cNvPr id="149" name="Google Shape;149;p26" title="WhatsApp Image 2025-04-06 at 22.50.04.jpeg"/>
          <p:cNvPicPr preferRelativeResize="0"/>
          <p:nvPr/>
        </p:nvPicPr>
        <p:blipFill rotWithShape="1">
          <a:blip r:embed="rId5">
            <a:alphaModFix/>
          </a:blip>
          <a:srcRect b="20522" l="0" r="0" t="8999"/>
          <a:stretch/>
        </p:blipFill>
        <p:spPr>
          <a:xfrm>
            <a:off x="5523650" y="1411175"/>
            <a:ext cx="1675026" cy="2246448"/>
          </a:xfrm>
          <a:prstGeom prst="rect">
            <a:avLst/>
          </a:prstGeom>
          <a:noFill/>
          <a:ln>
            <a:noFill/>
          </a:ln>
        </p:spPr>
      </p:pic>
      <p:pic>
        <p:nvPicPr>
          <p:cNvPr id="150" name="Google Shape;150;p26" title="WhatsApp Image 2025-04-06 at 23.01.00.jpeg"/>
          <p:cNvPicPr preferRelativeResize="0"/>
          <p:nvPr/>
        </p:nvPicPr>
        <p:blipFill rotWithShape="1">
          <a:blip r:embed="rId6">
            <a:alphaModFix/>
          </a:blip>
          <a:srcRect b="30284" l="26525" r="21063" t="26039"/>
          <a:stretch/>
        </p:blipFill>
        <p:spPr>
          <a:xfrm>
            <a:off x="3708900" y="1411175"/>
            <a:ext cx="1758601" cy="2246452"/>
          </a:xfrm>
          <a:prstGeom prst="rect">
            <a:avLst/>
          </a:prstGeom>
          <a:noFill/>
          <a:ln>
            <a:noFill/>
          </a:ln>
        </p:spPr>
      </p:pic>
      <p:pic>
        <p:nvPicPr>
          <p:cNvPr id="151" name="Google Shape;151;p26" title="WhatsApp Image 2025-04-06 at 23.17.15.jpeg"/>
          <p:cNvPicPr preferRelativeResize="0"/>
          <p:nvPr/>
        </p:nvPicPr>
        <p:blipFill rotWithShape="1">
          <a:blip r:embed="rId7">
            <a:alphaModFix/>
          </a:blip>
          <a:srcRect b="16797" l="21377" r="19289" t="25694"/>
          <a:stretch/>
        </p:blipFill>
        <p:spPr>
          <a:xfrm>
            <a:off x="1894150" y="1411175"/>
            <a:ext cx="1758601" cy="2246451"/>
          </a:xfrm>
          <a:prstGeom prst="rect">
            <a:avLst/>
          </a:prstGeom>
          <a:noFill/>
          <a:ln>
            <a:noFill/>
          </a:ln>
        </p:spPr>
      </p:pic>
      <p:pic>
        <p:nvPicPr>
          <p:cNvPr id="152" name="Google Shape;152;p26" title="WhatsApp Image 2025-04-07 at 13.50.11.jpeg"/>
          <p:cNvPicPr preferRelativeResize="0"/>
          <p:nvPr/>
        </p:nvPicPr>
        <p:blipFill rotWithShape="1">
          <a:blip r:embed="rId8">
            <a:alphaModFix/>
          </a:blip>
          <a:srcRect b="0" l="17766" r="12779" t="9313"/>
          <a:stretch/>
        </p:blipFill>
        <p:spPr>
          <a:xfrm>
            <a:off x="79375" y="1410175"/>
            <a:ext cx="1758602" cy="22464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nvSpPr>
        <p:spPr>
          <a:xfrm>
            <a:off x="3587704" y="4321244"/>
            <a:ext cx="5556297"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Sorts Mill Goudy"/>
                <a:ea typeface="Sorts Mill Goudy"/>
                <a:cs typeface="Sorts Mill Goudy"/>
                <a:sym typeface="Sorts Mill Goudy"/>
              </a:rPr>
              <a:t> Conclusion</a:t>
            </a:r>
            <a:endParaRPr sz="1100"/>
          </a:p>
        </p:txBody>
      </p:sp>
      <p:sp>
        <p:nvSpPr>
          <p:cNvPr id="158" name="Google Shape;158;p27"/>
          <p:cNvSpPr txBox="1"/>
          <p:nvPr/>
        </p:nvSpPr>
        <p:spPr>
          <a:xfrm>
            <a:off x="3587705" y="2570444"/>
            <a:ext cx="5556297"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Sorts Mill Goudy"/>
                <a:ea typeface="Sorts Mill Goudy"/>
                <a:cs typeface="Sorts Mill Goudy"/>
                <a:sym typeface="Sorts Mill Goudy"/>
              </a:rPr>
              <a:t>Data Analysis Visualisation methods</a:t>
            </a:r>
            <a:endParaRPr b="1" sz="2100">
              <a:solidFill>
                <a:schemeClr val="dk1"/>
              </a:solidFill>
              <a:latin typeface="Sorts Mill Goudy"/>
              <a:ea typeface="Sorts Mill Goudy"/>
              <a:cs typeface="Sorts Mill Goudy"/>
              <a:sym typeface="Sorts Mill Goudy"/>
            </a:endParaRPr>
          </a:p>
        </p:txBody>
      </p:sp>
      <p:sp>
        <p:nvSpPr>
          <p:cNvPr id="159" name="Google Shape;159;p27"/>
          <p:cNvSpPr/>
          <p:nvPr/>
        </p:nvSpPr>
        <p:spPr>
          <a:xfrm>
            <a:off x="0" y="0"/>
            <a:ext cx="3301409" cy="5143500"/>
          </a:xfrm>
          <a:prstGeom prst="rect">
            <a:avLst/>
          </a:prstGeom>
          <a:solidFill>
            <a:srgbClr val="730A0A"/>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Gill Sans"/>
              <a:buNone/>
            </a:pPr>
            <a:r>
              <a:t/>
            </a:r>
            <a:endParaRPr b="0" i="0" sz="1400" u="none" cap="none" strike="noStrike">
              <a:solidFill>
                <a:srgbClr val="FFFFFF"/>
              </a:solidFill>
              <a:latin typeface="Arial"/>
              <a:ea typeface="Arial"/>
              <a:cs typeface="Arial"/>
              <a:sym typeface="Arial"/>
            </a:endParaRPr>
          </a:p>
        </p:txBody>
      </p:sp>
      <p:sp>
        <p:nvSpPr>
          <p:cNvPr id="160" name="Google Shape;160;p27"/>
          <p:cNvSpPr txBox="1"/>
          <p:nvPr/>
        </p:nvSpPr>
        <p:spPr>
          <a:xfrm>
            <a:off x="135431" y="2283206"/>
            <a:ext cx="1864800" cy="57712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FFFFFF"/>
              </a:buClr>
              <a:buSzPts val="3300"/>
              <a:buFont typeface="Sorts Mill Goudy"/>
              <a:buNone/>
            </a:pPr>
            <a:r>
              <a:rPr b="0" i="0" lang="en" sz="3300" u="none" cap="none" strike="noStrike">
                <a:solidFill>
                  <a:srgbClr val="FFFFFF"/>
                </a:solidFill>
                <a:latin typeface="Sorts Mill Goudy"/>
                <a:ea typeface="Sorts Mill Goudy"/>
                <a:cs typeface="Sorts Mill Goudy"/>
                <a:sym typeface="Sorts Mill Goudy"/>
              </a:rPr>
              <a:t>Agen</a:t>
            </a:r>
            <a:r>
              <a:rPr lang="en" sz="3300">
                <a:solidFill>
                  <a:srgbClr val="FFFFFF"/>
                </a:solidFill>
                <a:latin typeface="Sorts Mill Goudy"/>
                <a:ea typeface="Sorts Mill Goudy"/>
                <a:cs typeface="Sorts Mill Goudy"/>
                <a:sym typeface="Sorts Mill Goudy"/>
              </a:rPr>
              <a:t>d</a:t>
            </a:r>
            <a:r>
              <a:rPr b="0" i="0" lang="en" sz="3300" u="none" cap="none" strike="noStrike">
                <a:solidFill>
                  <a:srgbClr val="FFFFFF"/>
                </a:solidFill>
                <a:latin typeface="Sorts Mill Goudy"/>
                <a:ea typeface="Sorts Mill Goudy"/>
                <a:cs typeface="Sorts Mill Goudy"/>
                <a:sym typeface="Sorts Mill Goudy"/>
              </a:rPr>
              <a:t>a</a:t>
            </a:r>
            <a:endParaRPr sz="1100"/>
          </a:p>
        </p:txBody>
      </p:sp>
      <p:grpSp>
        <p:nvGrpSpPr>
          <p:cNvPr id="161" name="Google Shape;161;p27"/>
          <p:cNvGrpSpPr/>
          <p:nvPr/>
        </p:nvGrpSpPr>
        <p:grpSpPr>
          <a:xfrm>
            <a:off x="3004841" y="1391975"/>
            <a:ext cx="582930" cy="582930"/>
            <a:chOff x="4006455" y="1855967"/>
            <a:chExt cx="777240" cy="777240"/>
          </a:xfrm>
        </p:grpSpPr>
        <p:sp>
          <p:nvSpPr>
            <p:cNvPr id="162" name="Google Shape;162;p27"/>
            <p:cNvSpPr/>
            <p:nvPr/>
          </p:nvSpPr>
          <p:spPr>
            <a:xfrm>
              <a:off x="4006455" y="1855967"/>
              <a:ext cx="777240" cy="77724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pic>
          <p:nvPicPr>
            <p:cNvPr descr="Gantt Chart with solid fill" id="163" name="Google Shape;163;p27"/>
            <p:cNvPicPr preferRelativeResize="0"/>
            <p:nvPr/>
          </p:nvPicPr>
          <p:blipFill rotWithShape="1">
            <a:blip r:embed="rId3">
              <a:alphaModFix/>
            </a:blip>
            <a:srcRect b="0" l="0" r="0" t="0"/>
            <a:stretch/>
          </p:blipFill>
          <p:spPr>
            <a:xfrm>
              <a:off x="4143615" y="1971720"/>
              <a:ext cx="545734" cy="545734"/>
            </a:xfrm>
            <a:prstGeom prst="rect">
              <a:avLst/>
            </a:prstGeom>
            <a:noFill/>
            <a:ln>
              <a:noFill/>
            </a:ln>
          </p:spPr>
        </p:pic>
      </p:grpSp>
      <p:grpSp>
        <p:nvGrpSpPr>
          <p:cNvPr id="164" name="Google Shape;164;p27"/>
          <p:cNvGrpSpPr/>
          <p:nvPr/>
        </p:nvGrpSpPr>
        <p:grpSpPr>
          <a:xfrm>
            <a:off x="3004841" y="4226664"/>
            <a:ext cx="582930" cy="582930"/>
            <a:chOff x="4006455" y="5635552"/>
            <a:chExt cx="777240" cy="777240"/>
          </a:xfrm>
        </p:grpSpPr>
        <p:sp>
          <p:nvSpPr>
            <p:cNvPr id="165" name="Google Shape;165;p27"/>
            <p:cNvSpPr/>
            <p:nvPr/>
          </p:nvSpPr>
          <p:spPr>
            <a:xfrm>
              <a:off x="4006455" y="5635552"/>
              <a:ext cx="777240" cy="77724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pic>
          <p:nvPicPr>
            <p:cNvPr descr="Clipboard Checked with solid fill" id="166" name="Google Shape;166;p27"/>
            <p:cNvPicPr preferRelativeResize="0"/>
            <p:nvPr/>
          </p:nvPicPr>
          <p:blipFill rotWithShape="1">
            <a:blip r:embed="rId4">
              <a:alphaModFix/>
            </a:blip>
            <a:srcRect b="0" l="0" r="0" t="0"/>
            <a:stretch/>
          </p:blipFill>
          <p:spPr>
            <a:xfrm>
              <a:off x="4143615" y="5751305"/>
              <a:ext cx="545734" cy="545734"/>
            </a:xfrm>
            <a:prstGeom prst="rect">
              <a:avLst/>
            </a:prstGeom>
            <a:noFill/>
            <a:ln>
              <a:noFill/>
            </a:ln>
          </p:spPr>
        </p:pic>
      </p:grpSp>
      <p:sp>
        <p:nvSpPr>
          <p:cNvPr id="167" name="Google Shape;167;p27"/>
          <p:cNvSpPr txBox="1"/>
          <p:nvPr/>
        </p:nvSpPr>
        <p:spPr>
          <a:xfrm>
            <a:off x="3587704" y="451077"/>
            <a:ext cx="5556296"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Sorts Mill Goudy"/>
                <a:ea typeface="Sorts Mill Goudy"/>
                <a:cs typeface="Sorts Mill Goudy"/>
                <a:sym typeface="Sorts Mill Goudy"/>
              </a:rPr>
              <a:t> Stakeholder Needs &amp; Goals</a:t>
            </a:r>
            <a:endParaRPr sz="1100"/>
          </a:p>
        </p:txBody>
      </p:sp>
      <p:grpSp>
        <p:nvGrpSpPr>
          <p:cNvPr id="168" name="Google Shape;168;p27"/>
          <p:cNvGrpSpPr/>
          <p:nvPr/>
        </p:nvGrpSpPr>
        <p:grpSpPr>
          <a:xfrm>
            <a:off x="3004841" y="357183"/>
            <a:ext cx="582930" cy="582930"/>
            <a:chOff x="4006455" y="476244"/>
            <a:chExt cx="777240" cy="777240"/>
          </a:xfrm>
        </p:grpSpPr>
        <p:sp>
          <p:nvSpPr>
            <p:cNvPr id="169" name="Google Shape;169;p27"/>
            <p:cNvSpPr/>
            <p:nvPr/>
          </p:nvSpPr>
          <p:spPr>
            <a:xfrm>
              <a:off x="4006455" y="476244"/>
              <a:ext cx="777240" cy="77724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pic>
          <p:nvPicPr>
            <p:cNvPr descr="Document with solid fill" id="170" name="Google Shape;170;p27"/>
            <p:cNvPicPr preferRelativeResize="0"/>
            <p:nvPr/>
          </p:nvPicPr>
          <p:blipFill rotWithShape="1">
            <a:blip r:embed="rId5">
              <a:alphaModFix/>
            </a:blip>
            <a:srcRect b="0" l="0" r="0" t="0"/>
            <a:stretch/>
          </p:blipFill>
          <p:spPr>
            <a:xfrm>
              <a:off x="4143615" y="591997"/>
              <a:ext cx="545734" cy="545734"/>
            </a:xfrm>
            <a:prstGeom prst="rect">
              <a:avLst/>
            </a:prstGeom>
            <a:noFill/>
            <a:ln>
              <a:noFill/>
            </a:ln>
          </p:spPr>
        </p:pic>
      </p:grpSp>
      <p:sp>
        <p:nvSpPr>
          <p:cNvPr id="171" name="Google Shape;171;p27"/>
          <p:cNvSpPr txBox="1"/>
          <p:nvPr/>
        </p:nvSpPr>
        <p:spPr>
          <a:xfrm>
            <a:off x="3587705" y="1487038"/>
            <a:ext cx="5556297"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Sorts Mill Goudy"/>
                <a:ea typeface="Sorts Mill Goudy"/>
                <a:cs typeface="Sorts Mill Goudy"/>
                <a:sym typeface="Sorts Mill Goudy"/>
              </a:rPr>
              <a:t> Statistics of Dataset</a:t>
            </a:r>
            <a:endParaRPr sz="1100"/>
          </a:p>
        </p:txBody>
      </p:sp>
      <p:grpSp>
        <p:nvGrpSpPr>
          <p:cNvPr id="172" name="Google Shape;172;p27"/>
          <p:cNvGrpSpPr/>
          <p:nvPr/>
        </p:nvGrpSpPr>
        <p:grpSpPr>
          <a:xfrm>
            <a:off x="3004841" y="3358908"/>
            <a:ext cx="582930" cy="582930"/>
            <a:chOff x="4006455" y="4478544"/>
            <a:chExt cx="777240" cy="777240"/>
          </a:xfrm>
        </p:grpSpPr>
        <p:sp>
          <p:nvSpPr>
            <p:cNvPr id="173" name="Google Shape;173;p27"/>
            <p:cNvSpPr/>
            <p:nvPr/>
          </p:nvSpPr>
          <p:spPr>
            <a:xfrm>
              <a:off x="4006455" y="4478544"/>
              <a:ext cx="777240" cy="77724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pic>
          <p:nvPicPr>
            <p:cNvPr descr="Good Idea with solid fill" id="174" name="Google Shape;174;p27"/>
            <p:cNvPicPr preferRelativeResize="0"/>
            <p:nvPr/>
          </p:nvPicPr>
          <p:blipFill rotWithShape="1">
            <a:blip r:embed="rId6">
              <a:alphaModFix/>
            </a:blip>
            <a:srcRect b="0" l="0" r="0" t="0"/>
            <a:stretch/>
          </p:blipFill>
          <p:spPr>
            <a:xfrm>
              <a:off x="4132982" y="4594297"/>
              <a:ext cx="545734" cy="545734"/>
            </a:xfrm>
            <a:prstGeom prst="rect">
              <a:avLst/>
            </a:prstGeom>
            <a:noFill/>
            <a:ln>
              <a:noFill/>
            </a:ln>
          </p:spPr>
        </p:pic>
      </p:grpSp>
      <p:sp>
        <p:nvSpPr>
          <p:cNvPr id="175" name="Google Shape;175;p27"/>
          <p:cNvSpPr txBox="1"/>
          <p:nvPr/>
        </p:nvSpPr>
        <p:spPr>
          <a:xfrm>
            <a:off x="3587837" y="3451819"/>
            <a:ext cx="55563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100">
                <a:solidFill>
                  <a:schemeClr val="dk1"/>
                </a:solidFill>
                <a:latin typeface="Sorts Mill Goudy"/>
                <a:ea typeface="Sorts Mill Goudy"/>
                <a:cs typeface="Sorts Mill Goudy"/>
                <a:sym typeface="Sorts Mill Goudy"/>
              </a:rPr>
              <a:t>Discussion of actionable insights </a:t>
            </a:r>
            <a:endParaRPr sz="1100"/>
          </a:p>
        </p:txBody>
      </p:sp>
      <p:grpSp>
        <p:nvGrpSpPr>
          <p:cNvPr id="176" name="Google Shape;176;p27"/>
          <p:cNvGrpSpPr/>
          <p:nvPr/>
        </p:nvGrpSpPr>
        <p:grpSpPr>
          <a:xfrm>
            <a:off x="3004841" y="2426468"/>
            <a:ext cx="582930" cy="582930"/>
            <a:chOff x="4006455" y="3235291"/>
            <a:chExt cx="777240" cy="777240"/>
          </a:xfrm>
        </p:grpSpPr>
        <p:sp>
          <p:nvSpPr>
            <p:cNvPr id="177" name="Google Shape;177;p27"/>
            <p:cNvSpPr/>
            <p:nvPr/>
          </p:nvSpPr>
          <p:spPr>
            <a:xfrm>
              <a:off x="4006455" y="3235291"/>
              <a:ext cx="777240" cy="777240"/>
            </a:xfrm>
            <a:prstGeom prst="ellipse">
              <a:avLst/>
            </a:prstGeom>
            <a:solidFill>
              <a:schemeClr val="lt1"/>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pic>
          <p:nvPicPr>
            <p:cNvPr descr="Bank with solid fill" id="178" name="Google Shape;178;p27"/>
            <p:cNvPicPr preferRelativeResize="0"/>
            <p:nvPr/>
          </p:nvPicPr>
          <p:blipFill rotWithShape="1">
            <a:blip r:embed="rId7">
              <a:alphaModFix/>
            </a:blip>
            <a:srcRect b="0" l="0" r="0" t="0"/>
            <a:stretch/>
          </p:blipFill>
          <p:spPr>
            <a:xfrm>
              <a:off x="4122208" y="3345097"/>
              <a:ext cx="545734" cy="545734"/>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grpSp>
        <p:nvGrpSpPr>
          <p:cNvPr id="183" name="Google Shape;183;p28"/>
          <p:cNvGrpSpPr/>
          <p:nvPr/>
        </p:nvGrpSpPr>
        <p:grpSpPr>
          <a:xfrm>
            <a:off x="273327" y="559969"/>
            <a:ext cx="8335325" cy="4315315"/>
            <a:chOff x="1" y="3123"/>
            <a:chExt cx="11113767" cy="5753753"/>
          </a:xfrm>
        </p:grpSpPr>
        <p:sp>
          <p:nvSpPr>
            <p:cNvPr id="184" name="Google Shape;184;p28"/>
            <p:cNvSpPr/>
            <p:nvPr/>
          </p:nvSpPr>
          <p:spPr>
            <a:xfrm rot="5400000">
              <a:off x="-306703" y="309827"/>
              <a:ext cx="2044688" cy="1431281"/>
            </a:xfrm>
            <a:prstGeom prst="chevron">
              <a:avLst>
                <a:gd fmla="val 50000" name="adj"/>
              </a:avLst>
            </a:prstGeom>
            <a:solidFill>
              <a:srgbClr val="730A0A"/>
            </a:solidFill>
            <a:ln cap="flat" cmpd="sng" w="12700">
              <a:solidFill>
                <a:srgbClr val="729090"/>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5" name="Google Shape;185;p28"/>
            <p:cNvSpPr txBox="1"/>
            <p:nvPr/>
          </p:nvSpPr>
          <p:spPr>
            <a:xfrm>
              <a:off x="1" y="718765"/>
              <a:ext cx="1431281" cy="613407"/>
            </a:xfrm>
            <a:prstGeom prst="rect">
              <a:avLst/>
            </a:prstGeom>
            <a:noFill/>
            <a:ln>
              <a:noFill/>
            </a:ln>
          </p:spPr>
          <p:txBody>
            <a:bodyPr anchorCtr="0" anchor="ctr" bIns="9050" lIns="9050" spcFirstLastPara="1" rIns="9050" wrap="square" tIns="9050">
              <a:noAutofit/>
            </a:bodyPr>
            <a:lstStyle/>
            <a:p>
              <a:pPr indent="0" lvl="0" marL="0" marR="0" rtl="0" algn="l">
                <a:lnSpc>
                  <a:spcPct val="90000"/>
                </a:lnSpc>
                <a:spcBef>
                  <a:spcPts val="0"/>
                </a:spcBef>
                <a:spcAft>
                  <a:spcPts val="0"/>
                </a:spcAft>
                <a:buClr>
                  <a:schemeClr val="lt1"/>
                </a:buClr>
                <a:buSzPts val="1400"/>
                <a:buFont typeface="Sorts Mill Goudy"/>
                <a:buNone/>
              </a:pPr>
              <a:r>
                <a:rPr lang="en" sz="1400">
                  <a:solidFill>
                    <a:schemeClr val="lt1"/>
                  </a:solidFill>
                  <a:latin typeface="Sorts Mill Goudy"/>
                  <a:ea typeface="Sorts Mill Goudy"/>
                  <a:cs typeface="Sorts Mill Goudy"/>
                  <a:sym typeface="Sorts Mill Goudy"/>
                </a:rPr>
                <a:t>Crucial Goals</a:t>
              </a:r>
              <a:endParaRPr sz="1100"/>
            </a:p>
          </p:txBody>
        </p:sp>
        <p:sp>
          <p:nvSpPr>
            <p:cNvPr id="186" name="Google Shape;186;p28"/>
            <p:cNvSpPr/>
            <p:nvPr/>
          </p:nvSpPr>
          <p:spPr>
            <a:xfrm rot="5400000">
              <a:off x="5608001" y="-4173594"/>
              <a:ext cx="1329047" cy="9682486"/>
            </a:xfrm>
            <a:prstGeom prst="round2SameRect">
              <a:avLst>
                <a:gd fmla="val 16667" name="adj1"/>
                <a:gd fmla="val 0" name="adj2"/>
              </a:avLst>
            </a:prstGeom>
            <a:solidFill>
              <a:schemeClr val="lt1">
                <a:alpha val="89803"/>
              </a:schemeClr>
            </a:solidFill>
            <a:ln cap="flat" cmpd="sng" w="12700">
              <a:solidFill>
                <a:srgbClr val="729090"/>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8"/>
            <p:cNvSpPr txBox="1"/>
            <p:nvPr/>
          </p:nvSpPr>
          <p:spPr>
            <a:xfrm>
              <a:off x="1431282" y="68004"/>
              <a:ext cx="9617607" cy="1199289"/>
            </a:xfrm>
            <a:prstGeom prst="rect">
              <a:avLst/>
            </a:prstGeom>
            <a:noFill/>
            <a:ln>
              <a:noFill/>
            </a:ln>
          </p:spPr>
          <p:txBody>
            <a:bodyPr anchorCtr="0" anchor="ctr" bIns="5700" lIns="64000" spcFirstLastPara="1" rIns="5700" wrap="square" tIns="5700">
              <a:noAutofit/>
            </a:bodyPr>
            <a:lstStyle/>
            <a:p>
              <a:pPr indent="-82550" lvl="1" marL="88900" marR="0" rtl="0" algn="l">
                <a:lnSpc>
                  <a:spcPct val="90000"/>
                </a:lnSpc>
                <a:spcBef>
                  <a:spcPts val="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Promote Transparency</a:t>
              </a:r>
              <a:endParaRPr sz="1100"/>
            </a:p>
            <a:p>
              <a:pPr indent="-82550" lvl="1" marL="88900" marR="0" rtl="0" algn="l">
                <a:lnSpc>
                  <a:spcPct val="90000"/>
                </a:lnSpc>
                <a:spcBef>
                  <a:spcPts val="10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Empower Decision Making</a:t>
              </a:r>
              <a:endParaRPr b="0" i="0" sz="900" u="none" cap="none" strike="noStrike">
                <a:solidFill>
                  <a:schemeClr val="dk1"/>
                </a:solidFill>
                <a:latin typeface="Sorts Mill Goudy"/>
                <a:ea typeface="Sorts Mill Goudy"/>
                <a:cs typeface="Sorts Mill Goudy"/>
                <a:sym typeface="Sorts Mill Goudy"/>
              </a:endParaRPr>
            </a:p>
            <a:p>
              <a:pPr indent="-82550" lvl="1" marL="88900" marR="0" rtl="0" algn="l">
                <a:lnSpc>
                  <a:spcPct val="90000"/>
                </a:lnSpc>
                <a:spcBef>
                  <a:spcPts val="10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Establish Scalability</a:t>
              </a:r>
              <a:endParaRPr sz="1100"/>
            </a:p>
            <a:p>
              <a:pPr indent="-82550" lvl="1" marL="88900" marR="0" rtl="0" algn="l">
                <a:lnSpc>
                  <a:spcPct val="90000"/>
                </a:lnSpc>
                <a:spcBef>
                  <a:spcPts val="10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Encourage Research and Innovation</a:t>
              </a:r>
              <a:br>
                <a:rPr b="0" i="0" lang="en" sz="900" u="none" cap="none" strike="noStrike">
                  <a:solidFill>
                    <a:schemeClr val="lt1"/>
                  </a:solidFill>
                  <a:latin typeface="Gill Sans"/>
                  <a:ea typeface="Gill Sans"/>
                  <a:cs typeface="Gill Sans"/>
                  <a:sym typeface="Gill Sans"/>
                </a:rPr>
              </a:br>
              <a:endParaRPr b="0" i="0" sz="900" u="none" cap="none" strike="noStrike">
                <a:solidFill>
                  <a:schemeClr val="lt1"/>
                </a:solidFill>
                <a:latin typeface="Gill Sans"/>
                <a:ea typeface="Gill Sans"/>
                <a:cs typeface="Gill Sans"/>
                <a:sym typeface="Gill Sans"/>
              </a:endParaRPr>
            </a:p>
          </p:txBody>
        </p:sp>
        <p:sp>
          <p:nvSpPr>
            <p:cNvPr id="188" name="Google Shape;188;p28"/>
            <p:cNvSpPr/>
            <p:nvPr/>
          </p:nvSpPr>
          <p:spPr>
            <a:xfrm rot="5400000">
              <a:off x="-306703" y="2164360"/>
              <a:ext cx="2044688" cy="1431281"/>
            </a:xfrm>
            <a:prstGeom prst="chevron">
              <a:avLst>
                <a:gd fmla="val 50000" name="adj"/>
              </a:avLst>
            </a:prstGeom>
            <a:solidFill>
              <a:srgbClr val="730A0A"/>
            </a:solidFill>
            <a:ln cap="flat" cmpd="sng" w="12700">
              <a:solidFill>
                <a:srgbClr val="729090"/>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9" name="Google Shape;189;p28"/>
            <p:cNvSpPr txBox="1"/>
            <p:nvPr/>
          </p:nvSpPr>
          <p:spPr>
            <a:xfrm>
              <a:off x="1" y="2573298"/>
              <a:ext cx="1431281" cy="613407"/>
            </a:xfrm>
            <a:prstGeom prst="rect">
              <a:avLst/>
            </a:prstGeom>
            <a:noFill/>
            <a:ln>
              <a:noFill/>
            </a:ln>
          </p:spPr>
          <p:txBody>
            <a:bodyPr anchorCtr="0" anchor="ctr" bIns="9050" lIns="9050" spcFirstLastPara="1" rIns="9050" wrap="square" tIns="9050">
              <a:noAutofit/>
            </a:bodyPr>
            <a:lstStyle/>
            <a:p>
              <a:pPr indent="0" lvl="0" marL="0" marR="0" rtl="0" algn="l">
                <a:lnSpc>
                  <a:spcPct val="90000"/>
                </a:lnSpc>
                <a:spcBef>
                  <a:spcPts val="0"/>
                </a:spcBef>
                <a:spcAft>
                  <a:spcPts val="0"/>
                </a:spcAft>
                <a:buClr>
                  <a:schemeClr val="lt1"/>
                </a:buClr>
                <a:buSzPts val="1400"/>
                <a:buFont typeface="Sorts Mill Goudy"/>
                <a:buNone/>
              </a:pPr>
              <a:r>
                <a:rPr lang="en" sz="1400">
                  <a:solidFill>
                    <a:schemeClr val="lt1"/>
                  </a:solidFill>
                  <a:latin typeface="Sorts Mill Goudy"/>
                  <a:ea typeface="Sorts Mill Goudy"/>
                  <a:cs typeface="Sorts Mill Goudy"/>
                  <a:sym typeface="Sorts Mill Goudy"/>
                </a:rPr>
                <a:t>How to Achieve Them</a:t>
              </a:r>
              <a:endParaRPr sz="1100"/>
            </a:p>
          </p:txBody>
        </p:sp>
        <p:sp>
          <p:nvSpPr>
            <p:cNvPr id="190" name="Google Shape;190;p28"/>
            <p:cNvSpPr/>
            <p:nvPr/>
          </p:nvSpPr>
          <p:spPr>
            <a:xfrm rot="5400000">
              <a:off x="5608001" y="-2319062"/>
              <a:ext cx="1329047" cy="9682486"/>
            </a:xfrm>
            <a:prstGeom prst="round2SameRect">
              <a:avLst>
                <a:gd fmla="val 16667" name="adj1"/>
                <a:gd fmla="val 0" name="adj2"/>
              </a:avLst>
            </a:prstGeom>
            <a:solidFill>
              <a:schemeClr val="lt1">
                <a:alpha val="89803"/>
              </a:schemeClr>
            </a:solidFill>
            <a:ln cap="flat" cmpd="sng" w="12700">
              <a:solidFill>
                <a:srgbClr val="729090"/>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28"/>
            <p:cNvSpPr txBox="1"/>
            <p:nvPr/>
          </p:nvSpPr>
          <p:spPr>
            <a:xfrm>
              <a:off x="1431282" y="1922536"/>
              <a:ext cx="9617607" cy="1199289"/>
            </a:xfrm>
            <a:prstGeom prst="rect">
              <a:avLst/>
            </a:prstGeom>
            <a:noFill/>
            <a:ln>
              <a:noFill/>
            </a:ln>
          </p:spPr>
          <p:txBody>
            <a:bodyPr anchorCtr="0" anchor="ctr" bIns="5700" lIns="64000" spcFirstLastPara="1" rIns="5700" wrap="square" tIns="5700">
              <a:noAutofit/>
            </a:bodyPr>
            <a:lstStyle/>
            <a:p>
              <a:pPr indent="-82550" lvl="1" marL="88900" marR="0" rtl="0" algn="l">
                <a:lnSpc>
                  <a:spcPct val="90000"/>
                </a:lnSpc>
                <a:spcBef>
                  <a:spcPts val="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Present Service Reliability Metrics</a:t>
              </a:r>
              <a:endParaRPr b="0" i="0" sz="900" u="none" cap="none" strike="noStrike">
                <a:solidFill>
                  <a:schemeClr val="dk1"/>
                </a:solidFill>
                <a:latin typeface="Sorts Mill Goudy"/>
                <a:ea typeface="Sorts Mill Goudy"/>
                <a:cs typeface="Sorts Mill Goudy"/>
                <a:sym typeface="Sorts Mill Goudy"/>
              </a:endParaRPr>
            </a:p>
            <a:p>
              <a:pPr indent="-82550" lvl="1" marL="88900" marR="0" rtl="0" algn="l">
                <a:lnSpc>
                  <a:spcPct val="90000"/>
                </a:lnSpc>
                <a:spcBef>
                  <a:spcPts val="10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Answer Critical Operability Questions</a:t>
              </a:r>
              <a:endParaRPr b="0" i="0" sz="900" u="none" cap="none" strike="noStrike">
                <a:solidFill>
                  <a:schemeClr val="dk1"/>
                </a:solidFill>
                <a:latin typeface="Sorts Mill Goudy"/>
                <a:ea typeface="Sorts Mill Goudy"/>
                <a:cs typeface="Sorts Mill Goudy"/>
                <a:sym typeface="Sorts Mill Goudy"/>
              </a:endParaRPr>
            </a:p>
            <a:p>
              <a:pPr indent="-82550" lvl="1" marL="88900" marR="0" rtl="0" algn="l">
                <a:lnSpc>
                  <a:spcPct val="90000"/>
                </a:lnSpc>
                <a:spcBef>
                  <a:spcPts val="10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Provide Intuitive Access to Performance Data</a:t>
              </a:r>
              <a:endParaRPr sz="1100"/>
            </a:p>
            <a:p>
              <a:pPr indent="-82550" lvl="1" marL="88900" marR="0" rtl="0" algn="l">
                <a:lnSpc>
                  <a:spcPct val="90000"/>
                </a:lnSpc>
                <a:spcBef>
                  <a:spcPts val="10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Showcase</a:t>
              </a:r>
              <a:r>
                <a:rPr lang="en" sz="900">
                  <a:solidFill>
                    <a:schemeClr val="dk1"/>
                  </a:solidFill>
                  <a:latin typeface="Sorts Mill Goudy"/>
                  <a:ea typeface="Sorts Mill Goudy"/>
                  <a:cs typeface="Sorts Mill Goudy"/>
                  <a:sym typeface="Sorts Mill Goudy"/>
                </a:rPr>
                <a:t> Ridership</a:t>
              </a:r>
              <a:r>
                <a:rPr b="0" i="0" lang="en" sz="900" u="none" cap="none" strike="noStrike">
                  <a:solidFill>
                    <a:schemeClr val="dk1"/>
                  </a:solidFill>
                  <a:latin typeface="Sorts Mill Goudy"/>
                  <a:ea typeface="Sorts Mill Goudy"/>
                  <a:cs typeface="Sorts Mill Goudy"/>
                  <a:sym typeface="Sorts Mill Goudy"/>
                </a:rPr>
                <a:t> Trends</a:t>
              </a:r>
              <a:endParaRPr sz="1100"/>
            </a:p>
          </p:txBody>
        </p:sp>
        <p:sp>
          <p:nvSpPr>
            <p:cNvPr id="192" name="Google Shape;192;p28"/>
            <p:cNvSpPr/>
            <p:nvPr/>
          </p:nvSpPr>
          <p:spPr>
            <a:xfrm rot="5400000">
              <a:off x="-306703" y="4018892"/>
              <a:ext cx="2044688" cy="1431281"/>
            </a:xfrm>
            <a:prstGeom prst="chevron">
              <a:avLst>
                <a:gd fmla="val 50000" name="adj"/>
              </a:avLst>
            </a:prstGeom>
            <a:solidFill>
              <a:srgbClr val="730A0A"/>
            </a:solidFill>
            <a:ln cap="flat" cmpd="sng" w="12700">
              <a:solidFill>
                <a:srgbClr val="729090"/>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8"/>
            <p:cNvSpPr txBox="1"/>
            <p:nvPr/>
          </p:nvSpPr>
          <p:spPr>
            <a:xfrm>
              <a:off x="1" y="4427830"/>
              <a:ext cx="1431281" cy="613407"/>
            </a:xfrm>
            <a:prstGeom prst="rect">
              <a:avLst/>
            </a:prstGeom>
            <a:noFill/>
            <a:ln>
              <a:noFill/>
            </a:ln>
          </p:spPr>
          <p:txBody>
            <a:bodyPr anchorCtr="0" anchor="ctr" bIns="9050" lIns="9050" spcFirstLastPara="1" rIns="9050" wrap="square" tIns="9050">
              <a:noAutofit/>
            </a:bodyPr>
            <a:lstStyle/>
            <a:p>
              <a:pPr indent="0" lvl="0" marL="0" marR="0" rtl="0" algn="l">
                <a:lnSpc>
                  <a:spcPct val="90000"/>
                </a:lnSpc>
                <a:spcBef>
                  <a:spcPts val="0"/>
                </a:spcBef>
                <a:spcAft>
                  <a:spcPts val="0"/>
                </a:spcAft>
                <a:buClr>
                  <a:schemeClr val="lt1"/>
                </a:buClr>
                <a:buSzPts val="1400"/>
                <a:buFont typeface="Sorts Mill Goudy"/>
                <a:buNone/>
              </a:pPr>
              <a:r>
                <a:rPr lang="en" sz="1400">
                  <a:solidFill>
                    <a:schemeClr val="lt1"/>
                  </a:solidFill>
                  <a:latin typeface="Sorts Mill Goudy"/>
                  <a:ea typeface="Sorts Mill Goudy"/>
                  <a:cs typeface="Sorts Mill Goudy"/>
                  <a:sym typeface="Sorts Mill Goudy"/>
                </a:rPr>
                <a:t> Business Questions</a:t>
              </a:r>
              <a:endParaRPr sz="1100"/>
            </a:p>
          </p:txBody>
        </p:sp>
        <p:sp>
          <p:nvSpPr>
            <p:cNvPr id="194" name="Google Shape;194;p28"/>
            <p:cNvSpPr/>
            <p:nvPr/>
          </p:nvSpPr>
          <p:spPr>
            <a:xfrm rot="5400000">
              <a:off x="5608001" y="-464530"/>
              <a:ext cx="1329047" cy="9682486"/>
            </a:xfrm>
            <a:prstGeom prst="round2SameRect">
              <a:avLst>
                <a:gd fmla="val 16667" name="adj1"/>
                <a:gd fmla="val 0" name="adj2"/>
              </a:avLst>
            </a:prstGeom>
            <a:solidFill>
              <a:schemeClr val="lt1">
                <a:alpha val="89803"/>
              </a:schemeClr>
            </a:solidFill>
            <a:ln cap="flat" cmpd="sng" w="12700">
              <a:solidFill>
                <a:srgbClr val="729090"/>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5" name="Google Shape;195;p28"/>
            <p:cNvSpPr txBox="1"/>
            <p:nvPr/>
          </p:nvSpPr>
          <p:spPr>
            <a:xfrm>
              <a:off x="1431282" y="3777068"/>
              <a:ext cx="9617607" cy="1199289"/>
            </a:xfrm>
            <a:prstGeom prst="rect">
              <a:avLst/>
            </a:prstGeom>
            <a:noFill/>
            <a:ln>
              <a:noFill/>
            </a:ln>
          </p:spPr>
          <p:txBody>
            <a:bodyPr anchorCtr="0" anchor="ctr" bIns="5700" lIns="64000" spcFirstLastPara="1" rIns="5700" wrap="square" tIns="5700">
              <a:noAutofit/>
            </a:bodyPr>
            <a:lstStyle/>
            <a:p>
              <a:pPr indent="-82550" lvl="1" marL="88900" marR="0" rtl="0" algn="l">
                <a:lnSpc>
                  <a:spcPct val="90000"/>
                </a:lnSpc>
                <a:spcBef>
                  <a:spcPts val="0"/>
                </a:spcBef>
                <a:spcAft>
                  <a:spcPts val="0"/>
                </a:spcAft>
                <a:buClr>
                  <a:schemeClr val="dk1"/>
                </a:buClr>
                <a:buSzPts val="900"/>
                <a:buFont typeface="Sorts Mill Goudy"/>
                <a:buChar char="•"/>
              </a:pPr>
              <a:r>
                <a:rPr b="0" i="0" lang="en" sz="900" u="none" cap="none" strike="noStrike">
                  <a:solidFill>
                    <a:schemeClr val="dk1"/>
                  </a:solidFill>
                  <a:latin typeface="Sorts Mill Goudy"/>
                  <a:ea typeface="Sorts Mill Goudy"/>
                  <a:cs typeface="Sorts Mill Goudy"/>
                  <a:sym typeface="Sorts Mill Goudy"/>
                </a:rPr>
                <a:t>Overall Monthly Performance</a:t>
              </a:r>
              <a:endParaRPr b="0" i="0" sz="900" u="none" cap="none" strike="noStrike">
                <a:solidFill>
                  <a:schemeClr val="dk1"/>
                </a:solidFill>
                <a:latin typeface="Sorts Mill Goudy"/>
                <a:ea typeface="Sorts Mill Goudy"/>
                <a:cs typeface="Sorts Mill Goudy"/>
                <a:sym typeface="Sorts Mill Goudy"/>
              </a:endParaRPr>
            </a:p>
            <a:p>
              <a:pPr indent="-82550" lvl="1" marL="88900" marR="0" rtl="0" algn="l">
                <a:lnSpc>
                  <a:spcPct val="90000"/>
                </a:lnSpc>
                <a:spcBef>
                  <a:spcPts val="100"/>
                </a:spcBef>
                <a:spcAft>
                  <a:spcPts val="0"/>
                </a:spcAft>
                <a:buClr>
                  <a:schemeClr val="dk1"/>
                </a:buClr>
                <a:buSzPts val="900"/>
                <a:buFont typeface="Sorts Mill Goudy"/>
                <a:buChar char="•"/>
              </a:pPr>
              <a:r>
                <a:rPr lang="en" sz="900">
                  <a:solidFill>
                    <a:schemeClr val="dk1"/>
                  </a:solidFill>
                  <a:latin typeface="Sorts Mill Goudy"/>
                  <a:ea typeface="Sorts Mill Goudy"/>
                  <a:cs typeface="Sorts Mill Goudy"/>
                  <a:sym typeface="Sorts Mill Goudy"/>
                </a:rPr>
                <a:t>Ridership </a:t>
              </a:r>
              <a:r>
                <a:rPr b="0" i="0" lang="en" sz="900" u="none" cap="none" strike="noStrike">
                  <a:solidFill>
                    <a:schemeClr val="dk1"/>
                  </a:solidFill>
                  <a:latin typeface="Sorts Mill Goudy"/>
                  <a:ea typeface="Sorts Mill Goudy"/>
                  <a:cs typeface="Sorts Mill Goudy"/>
                  <a:sym typeface="Sorts Mill Goudy"/>
                </a:rPr>
                <a:t>Variance Across Routes and Hours</a:t>
              </a:r>
              <a:endParaRPr sz="1100"/>
            </a:p>
            <a:p>
              <a:pPr indent="-82550" lvl="1" marL="88900" marR="0" rtl="0" algn="l">
                <a:lnSpc>
                  <a:spcPct val="90000"/>
                </a:lnSpc>
                <a:spcBef>
                  <a:spcPts val="100"/>
                </a:spcBef>
                <a:spcAft>
                  <a:spcPts val="0"/>
                </a:spcAft>
                <a:buClr>
                  <a:schemeClr val="dk1"/>
                </a:buClr>
                <a:buSzPts val="900"/>
                <a:buFont typeface="Sorts Mill Goudy"/>
                <a:buChar char="•"/>
              </a:pPr>
              <a:r>
                <a:rPr lang="en" sz="900">
                  <a:solidFill>
                    <a:schemeClr val="dk1"/>
                  </a:solidFill>
                  <a:latin typeface="Sorts Mill Goudy"/>
                  <a:ea typeface="Sorts Mill Goudy"/>
                  <a:cs typeface="Sorts Mill Goudy"/>
                  <a:sym typeface="Sorts Mill Goudy"/>
                </a:rPr>
                <a:t>Ridership </a:t>
              </a:r>
              <a:r>
                <a:rPr b="0" i="0" lang="en" sz="900" u="none" cap="none" strike="noStrike">
                  <a:solidFill>
                    <a:schemeClr val="dk1"/>
                  </a:solidFill>
                  <a:latin typeface="Sorts Mill Goudy"/>
                  <a:ea typeface="Sorts Mill Goudy"/>
                  <a:cs typeface="Sorts Mill Goudy"/>
                  <a:sym typeface="Sorts Mill Goudy"/>
                </a:rPr>
                <a:t> Route Trends</a:t>
              </a:r>
              <a:endParaRPr sz="1100"/>
            </a:p>
            <a:p>
              <a:pPr indent="-82550" lvl="1" marL="88900" marR="0" rtl="0" algn="l">
                <a:lnSpc>
                  <a:spcPct val="90000"/>
                </a:lnSpc>
                <a:spcBef>
                  <a:spcPts val="100"/>
                </a:spcBef>
                <a:spcAft>
                  <a:spcPts val="0"/>
                </a:spcAft>
                <a:buClr>
                  <a:schemeClr val="dk1"/>
                </a:buClr>
                <a:buSzPts val="900"/>
                <a:buFont typeface="Sorts Mill Goudy"/>
                <a:buChar char="•"/>
              </a:pPr>
              <a:r>
                <a:rPr lang="en" sz="900">
                  <a:solidFill>
                    <a:schemeClr val="dk1"/>
                  </a:solidFill>
                  <a:latin typeface="Sorts Mill Goudy"/>
                  <a:ea typeface="Sorts Mill Goudy"/>
                  <a:cs typeface="Sorts Mill Goudy"/>
                  <a:sym typeface="Sorts Mill Goudy"/>
                </a:rPr>
                <a:t>Ridership </a:t>
              </a:r>
              <a:r>
                <a:rPr b="0" i="0" lang="en" sz="900" u="none" cap="none" strike="noStrike">
                  <a:solidFill>
                    <a:schemeClr val="dk1"/>
                  </a:solidFill>
                  <a:latin typeface="Sorts Mill Goudy"/>
                  <a:ea typeface="Sorts Mill Goudy"/>
                  <a:cs typeface="Sorts Mill Goudy"/>
                  <a:sym typeface="Sorts Mill Goudy"/>
                </a:rPr>
                <a:t> Changes Across Different Time Frames</a:t>
              </a:r>
              <a:endParaRPr b="0" i="0" sz="900" u="none" cap="none" strike="noStrike">
                <a:solidFill>
                  <a:schemeClr val="dk1"/>
                </a:solidFill>
                <a:latin typeface="Sorts Mill Goudy"/>
                <a:ea typeface="Sorts Mill Goudy"/>
                <a:cs typeface="Sorts Mill Goudy"/>
                <a:sym typeface="Sorts Mill Goudy"/>
              </a:endParaRPr>
            </a:p>
            <a:p>
              <a:pPr indent="-25400" lvl="1" marL="88900" marR="0" rtl="0" algn="l">
                <a:lnSpc>
                  <a:spcPct val="90000"/>
                </a:lnSpc>
                <a:spcBef>
                  <a:spcPts val="100"/>
                </a:spcBef>
                <a:spcAft>
                  <a:spcPts val="0"/>
                </a:spcAft>
                <a:buClr>
                  <a:schemeClr val="dk1"/>
                </a:buClr>
                <a:buSzPts val="900"/>
                <a:buFont typeface="Gill Sans"/>
                <a:buNone/>
              </a:pPr>
              <a:r>
                <a:t/>
              </a:r>
              <a:endParaRPr b="0" i="0" sz="900" u="none" cap="none" strike="noStrike">
                <a:solidFill>
                  <a:schemeClr val="lt1"/>
                </a:solidFill>
                <a:latin typeface="Sorts Mill Goudy"/>
                <a:ea typeface="Sorts Mill Goudy"/>
                <a:cs typeface="Sorts Mill Goudy"/>
                <a:sym typeface="Sorts Mill Goudy"/>
              </a:endParaRPr>
            </a:p>
            <a:p>
              <a:pPr indent="-25400" lvl="1" marL="88900" marR="0" rtl="0" algn="l">
                <a:lnSpc>
                  <a:spcPct val="90000"/>
                </a:lnSpc>
                <a:spcBef>
                  <a:spcPts val="100"/>
                </a:spcBef>
                <a:spcAft>
                  <a:spcPts val="0"/>
                </a:spcAft>
                <a:buClr>
                  <a:schemeClr val="dk1"/>
                </a:buClr>
                <a:buSzPts val="900"/>
                <a:buFont typeface="Gill Sans"/>
                <a:buNone/>
              </a:pPr>
              <a:r>
                <a:t/>
              </a:r>
              <a:endParaRPr b="0" i="0" sz="900" u="none" cap="none" strike="noStrike">
                <a:solidFill>
                  <a:schemeClr val="lt1"/>
                </a:solidFill>
                <a:latin typeface="Sorts Mill Goudy"/>
                <a:ea typeface="Sorts Mill Goudy"/>
                <a:cs typeface="Sorts Mill Goudy"/>
                <a:sym typeface="Sorts Mill Goudy"/>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p:nvPr/>
        </p:nvSpPr>
        <p:spPr>
          <a:xfrm>
            <a:off x="135866" y="110837"/>
            <a:ext cx="7775079" cy="57359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2400"/>
              <a:buFont typeface="Sorts Mill Goudy"/>
              <a:buNone/>
            </a:pPr>
            <a:r>
              <a:rPr lang="en" sz="2400">
                <a:solidFill>
                  <a:schemeClr val="dk1"/>
                </a:solidFill>
                <a:latin typeface="Sorts Mill Goudy"/>
                <a:ea typeface="Sorts Mill Goudy"/>
                <a:cs typeface="Sorts Mill Goudy"/>
                <a:sym typeface="Sorts Mill Goudy"/>
              </a:rPr>
              <a:t>Stakeholder Needs </a:t>
            </a:r>
            <a:endParaRPr sz="1100"/>
          </a:p>
        </p:txBody>
      </p:sp>
      <p:sp>
        <p:nvSpPr>
          <p:cNvPr id="201" name="Google Shape;201;p29"/>
          <p:cNvSpPr/>
          <p:nvPr/>
        </p:nvSpPr>
        <p:spPr>
          <a:xfrm>
            <a:off x="183050" y="1850902"/>
            <a:ext cx="479889" cy="479889"/>
          </a:xfrm>
          <a:prstGeom prst="ellipse">
            <a:avLst/>
          </a:prstGeom>
          <a:solidFill>
            <a:schemeClr val="dk2"/>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2100">
              <a:solidFill>
                <a:srgbClr val="C02A33"/>
              </a:solidFill>
              <a:latin typeface="Arial"/>
              <a:ea typeface="Arial"/>
              <a:cs typeface="Arial"/>
              <a:sym typeface="Arial"/>
            </a:endParaRPr>
          </a:p>
        </p:txBody>
      </p:sp>
      <p:sp>
        <p:nvSpPr>
          <p:cNvPr id="202" name="Google Shape;202;p29"/>
          <p:cNvSpPr/>
          <p:nvPr/>
        </p:nvSpPr>
        <p:spPr>
          <a:xfrm>
            <a:off x="92209" y="1887832"/>
            <a:ext cx="406027" cy="406027"/>
          </a:xfrm>
          <a:prstGeom prst="ellipse">
            <a:avLst/>
          </a:prstGeom>
          <a:solidFill>
            <a:schemeClr val="lt1"/>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1</a:t>
            </a:r>
            <a:endParaRPr sz="1100"/>
          </a:p>
        </p:txBody>
      </p:sp>
      <p:sp>
        <p:nvSpPr>
          <p:cNvPr id="203" name="Google Shape;203;p29"/>
          <p:cNvSpPr/>
          <p:nvPr/>
        </p:nvSpPr>
        <p:spPr>
          <a:xfrm>
            <a:off x="451157" y="1679464"/>
            <a:ext cx="5735735" cy="819372"/>
          </a:xfrm>
          <a:prstGeom prst="rect">
            <a:avLst/>
          </a:prstGeom>
          <a:solidFill>
            <a:srgbClr val="F2F2F2"/>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To have on-demand and online access to real-time and historical ridership data to make informed travel decisions.</a:t>
            </a:r>
            <a:endParaRPr sz="1100"/>
          </a:p>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Easy to use very interactive dashboard for better route planning</a:t>
            </a:r>
            <a:endParaRPr sz="1100">
              <a:solidFill>
                <a:schemeClr val="dk1"/>
              </a:solidFill>
              <a:latin typeface="Sorts Mill Goudy"/>
              <a:ea typeface="Sorts Mill Goudy"/>
              <a:cs typeface="Sorts Mill Goudy"/>
              <a:sym typeface="Sorts Mill Goudy"/>
            </a:endParaRPr>
          </a:p>
          <a:p>
            <a:pPr indent="-152400" lvl="0" marL="215900" marR="0" rtl="0" algn="l">
              <a:spcBef>
                <a:spcPts val="0"/>
              </a:spcBef>
              <a:spcAft>
                <a:spcPts val="0"/>
              </a:spcAft>
              <a:buClr>
                <a:schemeClr val="lt1"/>
              </a:buClr>
              <a:buSzPts val="1100"/>
              <a:buFont typeface="Arial"/>
              <a:buNone/>
            </a:pPr>
            <a:r>
              <a:t/>
            </a:r>
            <a:endParaRPr sz="1100">
              <a:solidFill>
                <a:schemeClr val="dk1"/>
              </a:solidFill>
              <a:latin typeface="Sorts Mill Goudy"/>
              <a:ea typeface="Sorts Mill Goudy"/>
              <a:cs typeface="Sorts Mill Goudy"/>
              <a:sym typeface="Sorts Mill Goudy"/>
            </a:endParaRPr>
          </a:p>
        </p:txBody>
      </p:sp>
      <p:sp>
        <p:nvSpPr>
          <p:cNvPr id="204" name="Google Shape;204;p29"/>
          <p:cNvSpPr/>
          <p:nvPr/>
        </p:nvSpPr>
        <p:spPr>
          <a:xfrm>
            <a:off x="346051" y="768437"/>
            <a:ext cx="8580170" cy="446691"/>
          </a:xfrm>
          <a:prstGeom prst="rect">
            <a:avLst/>
          </a:prstGeom>
          <a:solidFill>
            <a:schemeClr val="lt1"/>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200">
                <a:solidFill>
                  <a:schemeClr val="dk1"/>
                </a:solidFill>
                <a:latin typeface="Sorts Mill Goudy"/>
                <a:ea typeface="Sorts Mill Goudy"/>
                <a:cs typeface="Sorts Mill Goudy"/>
                <a:sym typeface="Sorts Mill Goudy"/>
              </a:rPr>
              <a:t>The Ridership Dashboard project has multiple stakeholders such as the general public, riders, transit authorities, IndyGo planners, city planners and government agencies,  each with their own needs:</a:t>
            </a:r>
            <a:endParaRPr sz="1200">
              <a:solidFill>
                <a:schemeClr val="dk1"/>
              </a:solidFill>
              <a:latin typeface="Sorts Mill Goudy"/>
              <a:ea typeface="Sorts Mill Goudy"/>
              <a:cs typeface="Sorts Mill Goudy"/>
              <a:sym typeface="Sorts Mill Goudy"/>
            </a:endParaRPr>
          </a:p>
        </p:txBody>
      </p:sp>
      <p:sp>
        <p:nvSpPr>
          <p:cNvPr id="205" name="Google Shape;205;p29"/>
          <p:cNvSpPr/>
          <p:nvPr/>
        </p:nvSpPr>
        <p:spPr>
          <a:xfrm>
            <a:off x="1391737" y="1447754"/>
            <a:ext cx="3136605" cy="277290"/>
          </a:xfrm>
          <a:prstGeom prst="rect">
            <a:avLst/>
          </a:prstGeom>
          <a:solidFill>
            <a:srgbClr val="730A0A"/>
          </a:solidFill>
          <a:ln cap="flat" cmpd="sng" w="12700">
            <a:solidFill>
              <a:schemeClr val="dk2"/>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ctr">
              <a:spcBef>
                <a:spcPts val="0"/>
              </a:spcBef>
              <a:spcAft>
                <a:spcPts val="0"/>
              </a:spcAft>
              <a:buNone/>
            </a:pPr>
            <a:r>
              <a:rPr lang="en" sz="1200">
                <a:solidFill>
                  <a:schemeClr val="lt1"/>
                </a:solidFill>
                <a:latin typeface="Sorts Mill Goudy"/>
                <a:ea typeface="Sorts Mill Goudy"/>
                <a:cs typeface="Sorts Mill Goudy"/>
                <a:sym typeface="Sorts Mill Goudy"/>
              </a:rPr>
              <a:t>General Public &amp; Riders</a:t>
            </a:r>
            <a:endParaRPr sz="1200">
              <a:solidFill>
                <a:schemeClr val="lt1"/>
              </a:solidFill>
              <a:latin typeface="Sorts Mill Goudy"/>
              <a:ea typeface="Sorts Mill Goudy"/>
              <a:cs typeface="Sorts Mill Goudy"/>
              <a:sym typeface="Sorts Mill Goudy"/>
            </a:endParaRPr>
          </a:p>
        </p:txBody>
      </p:sp>
      <p:sp>
        <p:nvSpPr>
          <p:cNvPr id="206" name="Google Shape;206;p29"/>
          <p:cNvSpPr/>
          <p:nvPr/>
        </p:nvSpPr>
        <p:spPr>
          <a:xfrm>
            <a:off x="183050" y="3004086"/>
            <a:ext cx="479889" cy="479889"/>
          </a:xfrm>
          <a:prstGeom prst="ellipse">
            <a:avLst/>
          </a:prstGeom>
          <a:solidFill>
            <a:schemeClr val="dk2"/>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2100">
              <a:solidFill>
                <a:srgbClr val="C02A33"/>
              </a:solidFill>
              <a:latin typeface="Arial"/>
              <a:ea typeface="Arial"/>
              <a:cs typeface="Arial"/>
              <a:sym typeface="Arial"/>
            </a:endParaRPr>
          </a:p>
        </p:txBody>
      </p:sp>
      <p:sp>
        <p:nvSpPr>
          <p:cNvPr id="207" name="Google Shape;207;p29"/>
          <p:cNvSpPr/>
          <p:nvPr/>
        </p:nvSpPr>
        <p:spPr>
          <a:xfrm>
            <a:off x="92209" y="3041017"/>
            <a:ext cx="406027" cy="406027"/>
          </a:xfrm>
          <a:prstGeom prst="ellipse">
            <a:avLst/>
          </a:prstGeom>
          <a:solidFill>
            <a:schemeClr val="lt1"/>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2</a:t>
            </a:r>
            <a:endParaRPr sz="1100"/>
          </a:p>
        </p:txBody>
      </p:sp>
      <p:sp>
        <p:nvSpPr>
          <p:cNvPr id="208" name="Google Shape;208;p29"/>
          <p:cNvSpPr/>
          <p:nvPr/>
        </p:nvSpPr>
        <p:spPr>
          <a:xfrm>
            <a:off x="451157" y="2832648"/>
            <a:ext cx="5735735" cy="805048"/>
          </a:xfrm>
          <a:prstGeom prst="rect">
            <a:avLst/>
          </a:prstGeom>
          <a:solidFill>
            <a:srgbClr val="F2F2F2"/>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Information on ridership trends for service concentration.</a:t>
            </a:r>
            <a:endParaRPr sz="1100">
              <a:solidFill>
                <a:schemeClr val="dk1"/>
              </a:solidFill>
              <a:latin typeface="Sorts Mill Goudy"/>
              <a:ea typeface="Sorts Mill Goudy"/>
              <a:cs typeface="Sorts Mill Goudy"/>
              <a:sym typeface="Sorts Mill Goudy"/>
            </a:endParaRPr>
          </a:p>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Identify routes with high demand and underused services.</a:t>
            </a:r>
            <a:endParaRPr sz="1100">
              <a:solidFill>
                <a:schemeClr val="dk1"/>
              </a:solidFill>
              <a:latin typeface="Sorts Mill Goudy"/>
              <a:ea typeface="Sorts Mill Goudy"/>
              <a:cs typeface="Sorts Mill Goudy"/>
              <a:sym typeface="Sorts Mill Goudy"/>
            </a:endParaRPr>
          </a:p>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Analysis of scheduled versus actual ridership patterns</a:t>
            </a:r>
            <a:endParaRPr sz="1100"/>
          </a:p>
          <a:p>
            <a:pPr indent="0" lvl="0" marL="0" marR="0" rtl="0" algn="l">
              <a:spcBef>
                <a:spcPts val="0"/>
              </a:spcBef>
              <a:spcAft>
                <a:spcPts val="0"/>
              </a:spcAft>
              <a:buNone/>
            </a:pPr>
            <a:r>
              <a:t/>
            </a:r>
            <a:endParaRPr sz="1100">
              <a:solidFill>
                <a:schemeClr val="dk1"/>
              </a:solidFill>
              <a:latin typeface="Sorts Mill Goudy"/>
              <a:ea typeface="Sorts Mill Goudy"/>
              <a:cs typeface="Sorts Mill Goudy"/>
              <a:sym typeface="Sorts Mill Goudy"/>
            </a:endParaRPr>
          </a:p>
        </p:txBody>
      </p:sp>
      <p:sp>
        <p:nvSpPr>
          <p:cNvPr id="209" name="Google Shape;209;p29"/>
          <p:cNvSpPr/>
          <p:nvPr/>
        </p:nvSpPr>
        <p:spPr>
          <a:xfrm>
            <a:off x="1391737" y="2600939"/>
            <a:ext cx="3136605" cy="277290"/>
          </a:xfrm>
          <a:prstGeom prst="rect">
            <a:avLst/>
          </a:prstGeom>
          <a:solidFill>
            <a:srgbClr val="730A0A"/>
          </a:solidFill>
          <a:ln cap="flat" cmpd="sng" w="12700">
            <a:solidFill>
              <a:schemeClr val="dk2"/>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ctr">
              <a:spcBef>
                <a:spcPts val="0"/>
              </a:spcBef>
              <a:spcAft>
                <a:spcPts val="0"/>
              </a:spcAft>
              <a:buNone/>
            </a:pPr>
            <a:r>
              <a:rPr lang="en" sz="1200">
                <a:solidFill>
                  <a:schemeClr val="lt1"/>
                </a:solidFill>
                <a:latin typeface="Sorts Mill Goudy"/>
                <a:ea typeface="Sorts Mill Goudy"/>
                <a:cs typeface="Sorts Mill Goudy"/>
                <a:sym typeface="Sorts Mill Goudy"/>
              </a:rPr>
              <a:t>Transit Authorities &amp; IndyGo Planners:</a:t>
            </a:r>
            <a:endParaRPr sz="1200">
              <a:solidFill>
                <a:schemeClr val="lt1"/>
              </a:solidFill>
              <a:latin typeface="Sorts Mill Goudy"/>
              <a:ea typeface="Sorts Mill Goudy"/>
              <a:cs typeface="Sorts Mill Goudy"/>
              <a:sym typeface="Sorts Mill Goudy"/>
            </a:endParaRPr>
          </a:p>
          <a:p>
            <a:pPr indent="0" lvl="0" marL="0" marR="0" rtl="0" algn="ctr">
              <a:spcBef>
                <a:spcPts val="0"/>
              </a:spcBef>
              <a:spcAft>
                <a:spcPts val="0"/>
              </a:spcAft>
              <a:buNone/>
            </a:pPr>
            <a:r>
              <a:t/>
            </a:r>
            <a:endParaRPr b="1" sz="1200">
              <a:solidFill>
                <a:schemeClr val="lt1"/>
              </a:solidFill>
              <a:latin typeface="Sorts Mill Goudy"/>
              <a:ea typeface="Sorts Mill Goudy"/>
              <a:cs typeface="Sorts Mill Goudy"/>
              <a:sym typeface="Sorts Mill Goudy"/>
            </a:endParaRPr>
          </a:p>
        </p:txBody>
      </p:sp>
      <p:sp>
        <p:nvSpPr>
          <p:cNvPr id="210" name="Google Shape;210;p29"/>
          <p:cNvSpPr/>
          <p:nvPr/>
        </p:nvSpPr>
        <p:spPr>
          <a:xfrm>
            <a:off x="183050" y="4157270"/>
            <a:ext cx="479889" cy="479889"/>
          </a:xfrm>
          <a:prstGeom prst="ellipse">
            <a:avLst/>
          </a:prstGeom>
          <a:solidFill>
            <a:schemeClr val="dk2"/>
          </a:solidFill>
          <a:ln cap="flat" cmpd="sng" w="12700">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2100">
              <a:solidFill>
                <a:srgbClr val="C02A33"/>
              </a:solidFill>
              <a:latin typeface="Arial"/>
              <a:ea typeface="Arial"/>
              <a:cs typeface="Arial"/>
              <a:sym typeface="Arial"/>
            </a:endParaRPr>
          </a:p>
        </p:txBody>
      </p:sp>
      <p:sp>
        <p:nvSpPr>
          <p:cNvPr id="211" name="Google Shape;211;p29"/>
          <p:cNvSpPr/>
          <p:nvPr/>
        </p:nvSpPr>
        <p:spPr>
          <a:xfrm>
            <a:off x="92209" y="4194201"/>
            <a:ext cx="406027" cy="406027"/>
          </a:xfrm>
          <a:prstGeom prst="ellipse">
            <a:avLst/>
          </a:prstGeom>
          <a:solidFill>
            <a:schemeClr val="lt1"/>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3</a:t>
            </a:r>
            <a:endParaRPr sz="1100"/>
          </a:p>
        </p:txBody>
      </p:sp>
      <p:sp>
        <p:nvSpPr>
          <p:cNvPr id="212" name="Google Shape;212;p29"/>
          <p:cNvSpPr/>
          <p:nvPr/>
        </p:nvSpPr>
        <p:spPr>
          <a:xfrm>
            <a:off x="451157" y="3985832"/>
            <a:ext cx="5735735" cy="805049"/>
          </a:xfrm>
          <a:prstGeom prst="rect">
            <a:avLst/>
          </a:prstGeom>
          <a:solidFill>
            <a:srgbClr val="F2F2F2"/>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Future transit investments based on data-driven decisions.</a:t>
            </a:r>
            <a:endParaRPr sz="1100">
              <a:solidFill>
                <a:schemeClr val="dk1"/>
              </a:solidFill>
              <a:latin typeface="Sorts Mill Goudy"/>
              <a:ea typeface="Sorts Mill Goudy"/>
              <a:cs typeface="Sorts Mill Goudy"/>
              <a:sym typeface="Sorts Mill Goudy"/>
            </a:endParaRPr>
          </a:p>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New Insights Into Geographic Transit Demand.</a:t>
            </a:r>
            <a:endParaRPr sz="1100">
              <a:solidFill>
                <a:schemeClr val="dk1"/>
              </a:solidFill>
              <a:latin typeface="Sorts Mill Goudy"/>
              <a:ea typeface="Sorts Mill Goudy"/>
              <a:cs typeface="Sorts Mill Goudy"/>
              <a:sym typeface="Sorts Mill Goudy"/>
            </a:endParaRPr>
          </a:p>
          <a:p>
            <a:pPr indent="-222250" lvl="0" marL="215900" marR="0" rtl="0" algn="l">
              <a:spcBef>
                <a:spcPts val="0"/>
              </a:spcBef>
              <a:spcAft>
                <a:spcPts val="0"/>
              </a:spcAft>
              <a:buClr>
                <a:schemeClr val="dk1"/>
              </a:buClr>
              <a:buSzPts val="1100"/>
              <a:buFont typeface="Arial"/>
              <a:buChar char="•"/>
            </a:pPr>
            <a:r>
              <a:rPr lang="en" sz="1100">
                <a:solidFill>
                  <a:schemeClr val="dk1"/>
                </a:solidFill>
                <a:latin typeface="Sorts Mill Goudy"/>
                <a:ea typeface="Sorts Mill Goudy"/>
                <a:cs typeface="Sorts Mill Goudy"/>
                <a:sym typeface="Sorts Mill Goudy"/>
              </a:rPr>
              <a:t>Assistance on policy development for sustainable mobility.</a:t>
            </a:r>
            <a:endParaRPr sz="1100">
              <a:solidFill>
                <a:schemeClr val="dk1"/>
              </a:solidFill>
              <a:latin typeface="Sorts Mill Goudy"/>
              <a:ea typeface="Sorts Mill Goudy"/>
              <a:cs typeface="Sorts Mill Goudy"/>
              <a:sym typeface="Sorts Mill Goudy"/>
            </a:endParaRPr>
          </a:p>
          <a:p>
            <a:pPr indent="0" lvl="0" marL="0" marR="0" rtl="0" algn="l">
              <a:spcBef>
                <a:spcPts val="0"/>
              </a:spcBef>
              <a:spcAft>
                <a:spcPts val="0"/>
              </a:spcAft>
              <a:buNone/>
            </a:pPr>
            <a:r>
              <a:t/>
            </a:r>
            <a:endParaRPr sz="1100">
              <a:solidFill>
                <a:schemeClr val="dk1"/>
              </a:solidFill>
              <a:latin typeface="Sorts Mill Goudy"/>
              <a:ea typeface="Sorts Mill Goudy"/>
              <a:cs typeface="Sorts Mill Goudy"/>
              <a:sym typeface="Sorts Mill Goudy"/>
            </a:endParaRPr>
          </a:p>
        </p:txBody>
      </p:sp>
      <p:sp>
        <p:nvSpPr>
          <p:cNvPr id="213" name="Google Shape;213;p29"/>
          <p:cNvSpPr/>
          <p:nvPr/>
        </p:nvSpPr>
        <p:spPr>
          <a:xfrm>
            <a:off x="1391737" y="3754123"/>
            <a:ext cx="3136605" cy="277290"/>
          </a:xfrm>
          <a:prstGeom prst="rect">
            <a:avLst/>
          </a:prstGeom>
          <a:solidFill>
            <a:srgbClr val="730A0A"/>
          </a:solidFill>
          <a:ln cap="flat" cmpd="sng" w="12700">
            <a:solidFill>
              <a:schemeClr val="dk2"/>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ctr">
              <a:spcBef>
                <a:spcPts val="0"/>
              </a:spcBef>
              <a:spcAft>
                <a:spcPts val="0"/>
              </a:spcAft>
              <a:buNone/>
            </a:pPr>
            <a:r>
              <a:rPr lang="en" sz="1200">
                <a:solidFill>
                  <a:schemeClr val="lt1"/>
                </a:solidFill>
                <a:latin typeface="Sorts Mill Goudy"/>
                <a:ea typeface="Sorts Mill Goudy"/>
                <a:cs typeface="Sorts Mill Goudy"/>
                <a:sym typeface="Sorts Mill Goudy"/>
              </a:rPr>
              <a:t>City Planners &amp; Government Agencies:</a:t>
            </a:r>
            <a:endParaRPr sz="1400">
              <a:solidFill>
                <a:schemeClr val="lt1"/>
              </a:solidFill>
              <a:latin typeface="Sorts Mill Goudy"/>
              <a:ea typeface="Sorts Mill Goudy"/>
              <a:cs typeface="Sorts Mill Goudy"/>
              <a:sym typeface="Sorts Mill Goudy"/>
            </a:endParaRPr>
          </a:p>
          <a:p>
            <a:pPr indent="0" lvl="0" marL="0" marR="0" rtl="0" algn="ctr">
              <a:spcBef>
                <a:spcPts val="0"/>
              </a:spcBef>
              <a:spcAft>
                <a:spcPts val="0"/>
              </a:spcAft>
              <a:buNone/>
            </a:pPr>
            <a:r>
              <a:t/>
            </a:r>
            <a:endParaRPr b="1" sz="1200">
              <a:solidFill>
                <a:schemeClr val="lt1"/>
              </a:solidFill>
              <a:latin typeface="Sorts Mill Goudy"/>
              <a:ea typeface="Sorts Mill Goudy"/>
              <a:cs typeface="Sorts Mill Goudy"/>
              <a:sym typeface="Sorts Mill Goudy"/>
            </a:endParaRPr>
          </a:p>
        </p:txBody>
      </p:sp>
      <p:grpSp>
        <p:nvGrpSpPr>
          <p:cNvPr id="214" name="Google Shape;214;p29"/>
          <p:cNvGrpSpPr/>
          <p:nvPr/>
        </p:nvGrpSpPr>
        <p:grpSpPr>
          <a:xfrm>
            <a:off x="6593724" y="1837725"/>
            <a:ext cx="2505517" cy="3068773"/>
            <a:chOff x="919337" y="133606"/>
            <a:chExt cx="3340689" cy="4091697"/>
          </a:xfrm>
        </p:grpSpPr>
        <p:sp>
          <p:nvSpPr>
            <p:cNvPr id="215" name="Google Shape;215;p29"/>
            <p:cNvSpPr/>
            <p:nvPr/>
          </p:nvSpPr>
          <p:spPr>
            <a:xfrm>
              <a:off x="919337" y="276039"/>
              <a:ext cx="3340689" cy="1160177"/>
            </a:xfrm>
            <a:prstGeom prst="ellipse">
              <a:avLst/>
            </a:prstGeom>
            <a:solidFill>
              <a:srgbClr val="D8D8D8">
                <a:alpha val="5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9"/>
            <p:cNvSpPr/>
            <p:nvPr/>
          </p:nvSpPr>
          <p:spPr>
            <a:xfrm>
              <a:off x="2271151" y="3116920"/>
              <a:ext cx="647420" cy="414349"/>
            </a:xfrm>
            <a:prstGeom prst="downArrow">
              <a:avLst>
                <a:gd fmla="val 50000" name="adj1"/>
                <a:gd fmla="val 50000" name="adj2"/>
              </a:avLst>
            </a:prstGeom>
            <a:solidFill>
              <a:srgbClr val="D3D3D3"/>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29"/>
            <p:cNvSpPr/>
            <p:nvPr/>
          </p:nvSpPr>
          <p:spPr>
            <a:xfrm>
              <a:off x="1041052" y="3448399"/>
              <a:ext cx="3107618" cy="776904"/>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29"/>
            <p:cNvSpPr txBox="1"/>
            <p:nvPr/>
          </p:nvSpPr>
          <p:spPr>
            <a:xfrm>
              <a:off x="1041052" y="3448399"/>
              <a:ext cx="3107618" cy="776904"/>
            </a:xfrm>
            <a:prstGeom prst="rect">
              <a:avLst/>
            </a:prstGeom>
            <a:noFill/>
            <a:ln>
              <a:noFill/>
            </a:ln>
          </p:spPr>
          <p:txBody>
            <a:bodyPr anchorCtr="0" anchor="ctr" bIns="144000" lIns="144000" spcFirstLastPara="1" rIns="144000" wrap="square" tIns="144000">
              <a:noAutofit/>
            </a:bodyPr>
            <a:lstStyle/>
            <a:p>
              <a:pPr indent="0" lvl="0" marL="0" marR="0" rtl="0" algn="ctr">
                <a:lnSpc>
                  <a:spcPct val="90000"/>
                </a:lnSpc>
                <a:spcBef>
                  <a:spcPts val="0"/>
                </a:spcBef>
                <a:spcAft>
                  <a:spcPts val="0"/>
                </a:spcAft>
                <a:buClr>
                  <a:schemeClr val="dk1"/>
                </a:buClr>
                <a:buSzPts val="2000"/>
                <a:buFont typeface="Gill Sans"/>
                <a:buNone/>
              </a:pPr>
              <a:r>
                <a:t/>
              </a:r>
              <a:endParaRPr sz="2000">
                <a:solidFill>
                  <a:schemeClr val="dk1"/>
                </a:solidFill>
                <a:latin typeface="Arial"/>
                <a:ea typeface="Arial"/>
                <a:cs typeface="Arial"/>
                <a:sym typeface="Arial"/>
              </a:endParaRPr>
            </a:p>
          </p:txBody>
        </p:sp>
        <p:sp>
          <p:nvSpPr>
            <p:cNvPr id="219" name="Google Shape;219;p29"/>
            <p:cNvSpPr/>
            <p:nvPr/>
          </p:nvSpPr>
          <p:spPr>
            <a:xfrm>
              <a:off x="2133897" y="1525819"/>
              <a:ext cx="1165356" cy="1165356"/>
            </a:xfrm>
            <a:prstGeom prst="ellipse">
              <a:avLst/>
            </a:prstGeom>
            <a:solidFill>
              <a:srgbClr val="787878"/>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9"/>
            <p:cNvSpPr txBox="1"/>
            <p:nvPr/>
          </p:nvSpPr>
          <p:spPr>
            <a:xfrm>
              <a:off x="2304559" y="1696481"/>
              <a:ext cx="824032" cy="82403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dk1"/>
                </a:buClr>
                <a:buSzPts val="900"/>
                <a:buFont typeface="Sorts Mill Goudy"/>
                <a:buNone/>
              </a:pPr>
              <a:r>
                <a:rPr lang="en" sz="900">
                  <a:solidFill>
                    <a:schemeClr val="dk1"/>
                  </a:solidFill>
                  <a:latin typeface="Sorts Mill Goudy"/>
                  <a:ea typeface="Sorts Mill Goudy"/>
                  <a:cs typeface="Sorts Mill Goudy"/>
                  <a:sym typeface="Sorts Mill Goudy"/>
                </a:rPr>
                <a:t> City Planners &amp; Government     Agencies</a:t>
              </a:r>
              <a:endParaRPr sz="1100"/>
            </a:p>
          </p:txBody>
        </p:sp>
        <p:sp>
          <p:nvSpPr>
            <p:cNvPr id="221" name="Google Shape;221;p29"/>
            <p:cNvSpPr/>
            <p:nvPr/>
          </p:nvSpPr>
          <p:spPr>
            <a:xfrm>
              <a:off x="1300020" y="651543"/>
              <a:ext cx="1165356" cy="1165356"/>
            </a:xfrm>
            <a:prstGeom prst="ellipse">
              <a:avLst/>
            </a:prstGeom>
            <a:solidFill>
              <a:srgbClr val="BABABA"/>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29"/>
            <p:cNvSpPr txBox="1"/>
            <p:nvPr/>
          </p:nvSpPr>
          <p:spPr>
            <a:xfrm>
              <a:off x="1470682" y="822205"/>
              <a:ext cx="824032" cy="824032"/>
            </a:xfrm>
            <a:prstGeom prst="rect">
              <a:avLst/>
            </a:prstGeom>
            <a:noFill/>
            <a:ln>
              <a:noFill/>
            </a:ln>
          </p:spPr>
          <p:txBody>
            <a:bodyPr anchorCtr="0" anchor="ctr" bIns="10475" lIns="10475" spcFirstLastPara="1" rIns="10475" wrap="square" tIns="10475">
              <a:noAutofit/>
            </a:bodyPr>
            <a:lstStyle/>
            <a:p>
              <a:pPr indent="0" lvl="0" marL="0" marR="0" rtl="0" algn="l">
                <a:lnSpc>
                  <a:spcPct val="90000"/>
                </a:lnSpc>
                <a:spcBef>
                  <a:spcPts val="0"/>
                </a:spcBef>
                <a:spcAft>
                  <a:spcPts val="0"/>
                </a:spcAft>
                <a:buClr>
                  <a:schemeClr val="dk1"/>
                </a:buClr>
                <a:buSzPts val="800"/>
                <a:buFont typeface="Sorts Mill Goudy"/>
                <a:buNone/>
              </a:pPr>
              <a:r>
                <a:rPr lang="en" sz="800">
                  <a:solidFill>
                    <a:schemeClr val="dk1"/>
                  </a:solidFill>
                  <a:latin typeface="Sorts Mill Goudy"/>
                  <a:ea typeface="Sorts Mill Goudy"/>
                  <a:cs typeface="Sorts Mill Goudy"/>
                  <a:sym typeface="Sorts Mill Goudy"/>
                </a:rPr>
                <a:t> Transit Authorities</a:t>
              </a:r>
              <a:r>
                <a:rPr lang="en" sz="1400">
                  <a:solidFill>
                    <a:schemeClr val="dk1"/>
                  </a:solidFill>
                  <a:latin typeface="Sorts Mill Goudy"/>
                  <a:ea typeface="Sorts Mill Goudy"/>
                  <a:cs typeface="Sorts Mill Goudy"/>
                  <a:sym typeface="Sorts Mill Goudy"/>
                </a:rPr>
                <a:t> &amp; Indygo             Riders</a:t>
              </a:r>
              <a:endParaRPr sz="800">
                <a:solidFill>
                  <a:schemeClr val="dk1"/>
                </a:solidFill>
                <a:latin typeface="Sorts Mill Goudy"/>
                <a:ea typeface="Sorts Mill Goudy"/>
                <a:cs typeface="Sorts Mill Goudy"/>
                <a:sym typeface="Sorts Mill Goudy"/>
              </a:endParaRPr>
            </a:p>
          </p:txBody>
        </p:sp>
        <p:sp>
          <p:nvSpPr>
            <p:cNvPr id="223" name="Google Shape;223;p29"/>
            <p:cNvSpPr/>
            <p:nvPr/>
          </p:nvSpPr>
          <p:spPr>
            <a:xfrm>
              <a:off x="2491274" y="369785"/>
              <a:ext cx="1165356" cy="1165356"/>
            </a:xfrm>
            <a:prstGeom prst="ellipse">
              <a:avLst/>
            </a:prstGeom>
            <a:solidFill>
              <a:srgbClr val="BABABA"/>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4" name="Google Shape;224;p29"/>
            <p:cNvSpPr txBox="1"/>
            <p:nvPr/>
          </p:nvSpPr>
          <p:spPr>
            <a:xfrm>
              <a:off x="2661936" y="540447"/>
              <a:ext cx="824032" cy="824032"/>
            </a:xfrm>
            <a:prstGeom prst="rect">
              <a:avLst/>
            </a:prstGeom>
            <a:noFill/>
            <a:ln>
              <a:noFill/>
            </a:ln>
          </p:spPr>
          <p:txBody>
            <a:bodyPr anchorCtr="0" anchor="ctr" bIns="11425" lIns="11425" spcFirstLastPara="1" rIns="11425" wrap="square" tIns="11425">
              <a:noAutofit/>
            </a:bodyPr>
            <a:lstStyle/>
            <a:p>
              <a:pPr indent="0" lvl="0" marL="0" marR="0" rtl="0" algn="l">
                <a:lnSpc>
                  <a:spcPct val="90000"/>
                </a:lnSpc>
                <a:spcBef>
                  <a:spcPts val="0"/>
                </a:spcBef>
                <a:spcAft>
                  <a:spcPts val="0"/>
                </a:spcAft>
                <a:buClr>
                  <a:schemeClr val="dk1"/>
                </a:buClr>
                <a:buSzPts val="900"/>
                <a:buFont typeface="Sorts Mill Goudy"/>
                <a:buNone/>
              </a:pPr>
              <a:r>
                <a:rPr lang="en" sz="900">
                  <a:solidFill>
                    <a:schemeClr val="dk1"/>
                  </a:solidFill>
                  <a:latin typeface="Sorts Mill Goudy"/>
                  <a:ea typeface="Sorts Mill Goudy"/>
                  <a:cs typeface="Sorts Mill Goudy"/>
                  <a:sym typeface="Sorts Mill Goudy"/>
                </a:rPr>
                <a:t> General Public </a:t>
              </a:r>
              <a:r>
                <a:rPr lang="en" sz="1400">
                  <a:solidFill>
                    <a:schemeClr val="dk1"/>
                  </a:solidFill>
                  <a:latin typeface="Sorts Mill Goudy"/>
                  <a:ea typeface="Sorts Mill Goudy"/>
                  <a:cs typeface="Sorts Mill Goudy"/>
                  <a:sym typeface="Sorts Mill Goudy"/>
                </a:rPr>
                <a:t>&amp; Riders</a:t>
              </a:r>
              <a:endParaRPr sz="900">
                <a:solidFill>
                  <a:schemeClr val="dk1"/>
                </a:solidFill>
                <a:latin typeface="Gill Sans"/>
                <a:ea typeface="Gill Sans"/>
                <a:cs typeface="Gill Sans"/>
                <a:sym typeface="Gill Sans"/>
              </a:endParaRPr>
            </a:p>
          </p:txBody>
        </p:sp>
        <p:sp>
          <p:nvSpPr>
            <p:cNvPr id="225" name="Google Shape;225;p29"/>
            <p:cNvSpPr/>
            <p:nvPr/>
          </p:nvSpPr>
          <p:spPr>
            <a:xfrm>
              <a:off x="1016584" y="133606"/>
              <a:ext cx="3156553" cy="2900443"/>
            </a:xfrm>
            <a:custGeom>
              <a:rect b="b" l="l" r="r" t="t"/>
              <a:pathLst>
                <a:path extrusionOk="0" h="120000" w="12000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5513" y="30000"/>
                  </a:moveTo>
                  <a:lnTo>
                    <a:pt x="5513" y="30000"/>
                  </a:lnTo>
                  <a:cubicBezTo>
                    <a:pt x="5513" y="43255"/>
                    <a:pt x="29908" y="54000"/>
                    <a:pt x="60000" y="54000"/>
                  </a:cubicBezTo>
                  <a:cubicBezTo>
                    <a:pt x="90092" y="54000"/>
                    <a:pt x="114487" y="43255"/>
                    <a:pt x="114487" y="30000"/>
                  </a:cubicBezTo>
                  <a:cubicBezTo>
                    <a:pt x="114487" y="16745"/>
                    <a:pt x="90092" y="6000"/>
                    <a:pt x="60000" y="6000"/>
                  </a:cubicBezTo>
                  <a:cubicBezTo>
                    <a:pt x="29908" y="6000"/>
                    <a:pt x="5513" y="16745"/>
                    <a:pt x="5513" y="30000"/>
                  </a:cubicBezTo>
                  <a:close/>
                </a:path>
              </a:pathLst>
            </a:custGeom>
            <a:solidFill>
              <a:schemeClr val="lt1">
                <a:alpha val="54901"/>
              </a:schemeClr>
            </a:solidFill>
            <a:ln cap="flat" cmpd="sng" w="9525">
              <a:solidFill>
                <a:schemeClr val="accent2"/>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sp>
        <p:nvSpPr>
          <p:cNvPr id="226" name="Google Shape;226;p29"/>
          <p:cNvSpPr/>
          <p:nvPr/>
        </p:nvSpPr>
        <p:spPr>
          <a:xfrm rot="5400000">
            <a:off x="5579330" y="3057685"/>
            <a:ext cx="1787773" cy="260122"/>
          </a:xfrm>
          <a:prstGeom prst="triangle">
            <a:avLst>
              <a:gd fmla="val 50000" name="adj"/>
            </a:avLst>
          </a:prstGeom>
          <a:solidFill>
            <a:srgbClr val="730A0A"/>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7" name="Google Shape;227;p29"/>
          <p:cNvSpPr txBox="1"/>
          <p:nvPr/>
        </p:nvSpPr>
        <p:spPr>
          <a:xfrm>
            <a:off x="8762245" y="4869656"/>
            <a:ext cx="318099"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lang="en" sz="900">
                <a:solidFill>
                  <a:srgbClr val="757575"/>
                </a:solidFill>
                <a:latin typeface="Arial"/>
                <a:ea typeface="Arial"/>
                <a:cs typeface="Arial"/>
                <a:sym typeface="Arial"/>
              </a:rPr>
              <a:t>‹#›</a:t>
            </a:fld>
            <a:endParaRPr sz="900">
              <a:solidFill>
                <a:srgbClr val="757575"/>
              </a:solidFill>
              <a:latin typeface="Arial"/>
              <a:ea typeface="Arial"/>
              <a:cs typeface="Arial"/>
              <a:sym typeface="Arial"/>
            </a:endParaRPr>
          </a:p>
        </p:txBody>
      </p:sp>
      <p:sp>
        <p:nvSpPr>
          <p:cNvPr id="228" name="Google Shape;228;p29"/>
          <p:cNvSpPr/>
          <p:nvPr/>
        </p:nvSpPr>
        <p:spPr>
          <a:xfrm>
            <a:off x="-930" y="171857"/>
            <a:ext cx="105704" cy="453423"/>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type="title"/>
          </p:nvPr>
        </p:nvSpPr>
        <p:spPr>
          <a:xfrm>
            <a:off x="112556" y="174067"/>
            <a:ext cx="5531553" cy="479013"/>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STATISTICS OF DATASET</a:t>
            </a:r>
            <a:endParaRPr/>
          </a:p>
        </p:txBody>
      </p:sp>
      <p:grpSp>
        <p:nvGrpSpPr>
          <p:cNvPr id="234" name="Google Shape;234;p30"/>
          <p:cNvGrpSpPr/>
          <p:nvPr/>
        </p:nvGrpSpPr>
        <p:grpSpPr>
          <a:xfrm>
            <a:off x="3880310" y="229770"/>
            <a:ext cx="5155060" cy="1227220"/>
            <a:chOff x="3779" y="2949851"/>
            <a:chExt cx="6873413" cy="1636293"/>
          </a:xfrm>
        </p:grpSpPr>
        <p:sp>
          <p:nvSpPr>
            <p:cNvPr id="235" name="Google Shape;235;p30"/>
            <p:cNvSpPr/>
            <p:nvPr/>
          </p:nvSpPr>
          <p:spPr>
            <a:xfrm>
              <a:off x="4948429" y="3935099"/>
              <a:ext cx="1543011" cy="183583"/>
            </a:xfrm>
            <a:custGeom>
              <a:rect b="b" l="l" r="r" t="t"/>
              <a:pathLst>
                <a:path extrusionOk="0" h="120000" w="120000">
                  <a:moveTo>
                    <a:pt x="0" y="0"/>
                  </a:moveTo>
                  <a:lnTo>
                    <a:pt x="0" y="81776"/>
                  </a:lnTo>
                  <a:lnTo>
                    <a:pt x="120000" y="81776"/>
                  </a:lnTo>
                  <a:lnTo>
                    <a:pt x="120000" y="120000"/>
                  </a:lnTo>
                </a:path>
              </a:pathLst>
            </a:custGeom>
            <a:noFill/>
            <a:ln cap="flat" cmpd="sng" w="12700">
              <a:solidFill>
                <a:srgbClr val="BBBBBB"/>
              </a:solidFill>
              <a:prstDash val="solid"/>
              <a:miter lim="800000"/>
              <a:headEnd len="sm" w="sm" type="none"/>
              <a:tailEnd len="sm" w="sm" type="none"/>
            </a:ln>
          </p:spPr>
        </p:sp>
        <p:sp>
          <p:nvSpPr>
            <p:cNvPr id="236" name="Google Shape;236;p30"/>
            <p:cNvSpPr/>
            <p:nvPr/>
          </p:nvSpPr>
          <p:spPr>
            <a:xfrm>
              <a:off x="4948429" y="3935099"/>
              <a:ext cx="771505" cy="183583"/>
            </a:xfrm>
            <a:custGeom>
              <a:rect b="b" l="l" r="r" t="t"/>
              <a:pathLst>
                <a:path extrusionOk="0" h="120000" w="120000">
                  <a:moveTo>
                    <a:pt x="0" y="0"/>
                  </a:moveTo>
                  <a:lnTo>
                    <a:pt x="0" y="81776"/>
                  </a:lnTo>
                  <a:lnTo>
                    <a:pt x="120000" y="81776"/>
                  </a:lnTo>
                  <a:lnTo>
                    <a:pt x="120000" y="120000"/>
                  </a:lnTo>
                </a:path>
              </a:pathLst>
            </a:custGeom>
            <a:noFill/>
            <a:ln cap="flat" cmpd="sng" w="12700">
              <a:solidFill>
                <a:srgbClr val="BBBBBB"/>
              </a:solidFill>
              <a:prstDash val="solid"/>
              <a:miter lim="800000"/>
              <a:headEnd len="sm" w="sm" type="none"/>
              <a:tailEnd len="sm" w="sm" type="none"/>
            </a:ln>
          </p:spPr>
        </p:sp>
        <p:sp>
          <p:nvSpPr>
            <p:cNvPr id="237" name="Google Shape;237;p30"/>
            <p:cNvSpPr/>
            <p:nvPr/>
          </p:nvSpPr>
          <p:spPr>
            <a:xfrm>
              <a:off x="4902709" y="3935099"/>
              <a:ext cx="91440" cy="183583"/>
            </a:xfrm>
            <a:custGeom>
              <a:rect b="b" l="l" r="r" t="t"/>
              <a:pathLst>
                <a:path extrusionOk="0" h="120000" w="120000">
                  <a:moveTo>
                    <a:pt x="60000" y="0"/>
                  </a:moveTo>
                  <a:lnTo>
                    <a:pt x="60000" y="120000"/>
                  </a:lnTo>
                </a:path>
              </a:pathLst>
            </a:custGeom>
            <a:noFill/>
            <a:ln cap="flat" cmpd="sng" w="12700">
              <a:solidFill>
                <a:srgbClr val="BBBBBB"/>
              </a:solidFill>
              <a:prstDash val="solid"/>
              <a:miter lim="800000"/>
              <a:headEnd len="sm" w="sm" type="none"/>
              <a:tailEnd len="sm" w="sm" type="none"/>
            </a:ln>
          </p:spPr>
        </p:sp>
        <p:sp>
          <p:nvSpPr>
            <p:cNvPr id="238" name="Google Shape;238;p30"/>
            <p:cNvSpPr/>
            <p:nvPr/>
          </p:nvSpPr>
          <p:spPr>
            <a:xfrm>
              <a:off x="4176923" y="3935099"/>
              <a:ext cx="771505" cy="183583"/>
            </a:xfrm>
            <a:custGeom>
              <a:rect b="b" l="l" r="r" t="t"/>
              <a:pathLst>
                <a:path extrusionOk="0" h="120000" w="120000">
                  <a:moveTo>
                    <a:pt x="120000" y="0"/>
                  </a:moveTo>
                  <a:lnTo>
                    <a:pt x="120000" y="81776"/>
                  </a:lnTo>
                  <a:lnTo>
                    <a:pt x="0" y="81776"/>
                  </a:lnTo>
                  <a:lnTo>
                    <a:pt x="0" y="120000"/>
                  </a:lnTo>
                </a:path>
              </a:pathLst>
            </a:custGeom>
            <a:noFill/>
            <a:ln cap="flat" cmpd="sng" w="12700">
              <a:solidFill>
                <a:srgbClr val="BBBBBB"/>
              </a:solidFill>
              <a:prstDash val="solid"/>
              <a:miter lim="800000"/>
              <a:headEnd len="sm" w="sm" type="none"/>
              <a:tailEnd len="sm" w="sm" type="none"/>
            </a:ln>
          </p:spPr>
        </p:sp>
        <p:sp>
          <p:nvSpPr>
            <p:cNvPr id="239" name="Google Shape;239;p30"/>
            <p:cNvSpPr/>
            <p:nvPr/>
          </p:nvSpPr>
          <p:spPr>
            <a:xfrm>
              <a:off x="3405418" y="3935099"/>
              <a:ext cx="1543011" cy="183583"/>
            </a:xfrm>
            <a:custGeom>
              <a:rect b="b" l="l" r="r" t="t"/>
              <a:pathLst>
                <a:path extrusionOk="0" h="120000" w="120000">
                  <a:moveTo>
                    <a:pt x="120000" y="0"/>
                  </a:moveTo>
                  <a:lnTo>
                    <a:pt x="120000" y="81776"/>
                  </a:lnTo>
                  <a:lnTo>
                    <a:pt x="0" y="81776"/>
                  </a:lnTo>
                  <a:lnTo>
                    <a:pt x="0" y="120000"/>
                  </a:lnTo>
                </a:path>
              </a:pathLst>
            </a:custGeom>
            <a:noFill/>
            <a:ln cap="flat" cmpd="sng" w="12700">
              <a:solidFill>
                <a:srgbClr val="BBBBBB"/>
              </a:solidFill>
              <a:prstDash val="solid"/>
              <a:miter lim="800000"/>
              <a:headEnd len="sm" w="sm" type="none"/>
              <a:tailEnd len="sm" w="sm" type="none"/>
            </a:ln>
          </p:spPr>
        </p:sp>
        <p:sp>
          <p:nvSpPr>
            <p:cNvPr id="240" name="Google Shape;240;p30"/>
            <p:cNvSpPr/>
            <p:nvPr/>
          </p:nvSpPr>
          <p:spPr>
            <a:xfrm>
              <a:off x="3212541" y="3350683"/>
              <a:ext cx="1735887" cy="183583"/>
            </a:xfrm>
            <a:custGeom>
              <a:rect b="b" l="l" r="r" t="t"/>
              <a:pathLst>
                <a:path extrusionOk="0" h="120000" w="120000">
                  <a:moveTo>
                    <a:pt x="0" y="0"/>
                  </a:moveTo>
                  <a:lnTo>
                    <a:pt x="0" y="81776"/>
                  </a:lnTo>
                  <a:lnTo>
                    <a:pt x="120000" y="81776"/>
                  </a:lnTo>
                  <a:lnTo>
                    <a:pt x="120000" y="120000"/>
                  </a:lnTo>
                </a:path>
              </a:pathLst>
            </a:custGeom>
            <a:noFill/>
            <a:ln cap="flat" cmpd="sng" w="12700">
              <a:solidFill>
                <a:srgbClr val="A6A6A6"/>
              </a:solidFill>
              <a:prstDash val="solid"/>
              <a:miter lim="800000"/>
              <a:headEnd len="sm" w="sm" type="none"/>
              <a:tailEnd len="sm" w="sm" type="none"/>
            </a:ln>
          </p:spPr>
        </p:sp>
        <p:sp>
          <p:nvSpPr>
            <p:cNvPr id="241" name="Google Shape;241;p30"/>
            <p:cNvSpPr/>
            <p:nvPr/>
          </p:nvSpPr>
          <p:spPr>
            <a:xfrm>
              <a:off x="1476654" y="3935099"/>
              <a:ext cx="1157258" cy="183583"/>
            </a:xfrm>
            <a:custGeom>
              <a:rect b="b" l="l" r="r" t="t"/>
              <a:pathLst>
                <a:path extrusionOk="0" h="120000" w="120000">
                  <a:moveTo>
                    <a:pt x="0" y="0"/>
                  </a:moveTo>
                  <a:lnTo>
                    <a:pt x="0" y="81776"/>
                  </a:lnTo>
                  <a:lnTo>
                    <a:pt x="120000" y="81776"/>
                  </a:lnTo>
                  <a:lnTo>
                    <a:pt x="120000" y="120000"/>
                  </a:lnTo>
                </a:path>
              </a:pathLst>
            </a:custGeom>
            <a:noFill/>
            <a:ln cap="flat" cmpd="sng" w="12700">
              <a:solidFill>
                <a:srgbClr val="BBBBBB"/>
              </a:solidFill>
              <a:prstDash val="solid"/>
              <a:miter lim="800000"/>
              <a:headEnd len="sm" w="sm" type="none"/>
              <a:tailEnd len="sm" w="sm" type="none"/>
            </a:ln>
          </p:spPr>
        </p:sp>
        <p:sp>
          <p:nvSpPr>
            <p:cNvPr id="242" name="Google Shape;242;p30"/>
            <p:cNvSpPr/>
            <p:nvPr/>
          </p:nvSpPr>
          <p:spPr>
            <a:xfrm>
              <a:off x="1476654" y="3935099"/>
              <a:ext cx="385752" cy="183583"/>
            </a:xfrm>
            <a:custGeom>
              <a:rect b="b" l="l" r="r" t="t"/>
              <a:pathLst>
                <a:path extrusionOk="0" h="120000" w="120000">
                  <a:moveTo>
                    <a:pt x="0" y="0"/>
                  </a:moveTo>
                  <a:lnTo>
                    <a:pt x="0" y="81776"/>
                  </a:lnTo>
                  <a:lnTo>
                    <a:pt x="120000" y="81776"/>
                  </a:lnTo>
                  <a:lnTo>
                    <a:pt x="120000" y="120000"/>
                  </a:lnTo>
                </a:path>
              </a:pathLst>
            </a:custGeom>
            <a:noFill/>
            <a:ln cap="flat" cmpd="sng" w="12700">
              <a:solidFill>
                <a:srgbClr val="BBBBBB"/>
              </a:solidFill>
              <a:prstDash val="solid"/>
              <a:miter lim="800000"/>
              <a:headEnd len="sm" w="sm" type="none"/>
              <a:tailEnd len="sm" w="sm" type="none"/>
            </a:ln>
          </p:spPr>
        </p:sp>
        <p:sp>
          <p:nvSpPr>
            <p:cNvPr id="243" name="Google Shape;243;p30"/>
            <p:cNvSpPr/>
            <p:nvPr/>
          </p:nvSpPr>
          <p:spPr>
            <a:xfrm>
              <a:off x="1090901" y="3935099"/>
              <a:ext cx="385752" cy="183583"/>
            </a:xfrm>
            <a:custGeom>
              <a:rect b="b" l="l" r="r" t="t"/>
              <a:pathLst>
                <a:path extrusionOk="0" h="120000" w="120000">
                  <a:moveTo>
                    <a:pt x="120000" y="0"/>
                  </a:moveTo>
                  <a:lnTo>
                    <a:pt x="120000" y="81776"/>
                  </a:lnTo>
                  <a:lnTo>
                    <a:pt x="0" y="81776"/>
                  </a:lnTo>
                  <a:lnTo>
                    <a:pt x="0" y="120000"/>
                  </a:lnTo>
                </a:path>
              </a:pathLst>
            </a:custGeom>
            <a:noFill/>
            <a:ln cap="flat" cmpd="sng" w="12700">
              <a:solidFill>
                <a:srgbClr val="BBBBBB"/>
              </a:solidFill>
              <a:prstDash val="solid"/>
              <a:miter lim="800000"/>
              <a:headEnd len="sm" w="sm" type="none"/>
              <a:tailEnd len="sm" w="sm" type="none"/>
            </a:ln>
          </p:spPr>
        </p:sp>
        <p:sp>
          <p:nvSpPr>
            <p:cNvPr id="244" name="Google Shape;244;p30"/>
            <p:cNvSpPr/>
            <p:nvPr/>
          </p:nvSpPr>
          <p:spPr>
            <a:xfrm>
              <a:off x="319395" y="3935099"/>
              <a:ext cx="1157258" cy="183583"/>
            </a:xfrm>
            <a:custGeom>
              <a:rect b="b" l="l" r="r" t="t"/>
              <a:pathLst>
                <a:path extrusionOk="0" h="120000" w="120000">
                  <a:moveTo>
                    <a:pt x="120000" y="0"/>
                  </a:moveTo>
                  <a:lnTo>
                    <a:pt x="120000" y="81776"/>
                  </a:lnTo>
                  <a:lnTo>
                    <a:pt x="0" y="81776"/>
                  </a:lnTo>
                  <a:lnTo>
                    <a:pt x="0" y="120000"/>
                  </a:lnTo>
                </a:path>
              </a:pathLst>
            </a:custGeom>
            <a:noFill/>
            <a:ln cap="flat" cmpd="sng" w="12700">
              <a:solidFill>
                <a:srgbClr val="BBBBBB"/>
              </a:solidFill>
              <a:prstDash val="solid"/>
              <a:miter lim="800000"/>
              <a:headEnd len="sm" w="sm" type="none"/>
              <a:tailEnd len="sm" w="sm" type="none"/>
            </a:ln>
          </p:spPr>
        </p:sp>
        <p:sp>
          <p:nvSpPr>
            <p:cNvPr id="245" name="Google Shape;245;p30"/>
            <p:cNvSpPr/>
            <p:nvPr/>
          </p:nvSpPr>
          <p:spPr>
            <a:xfrm>
              <a:off x="1476654" y="3350683"/>
              <a:ext cx="1735887" cy="183583"/>
            </a:xfrm>
            <a:custGeom>
              <a:rect b="b" l="l" r="r" t="t"/>
              <a:pathLst>
                <a:path extrusionOk="0" h="120000" w="120000">
                  <a:moveTo>
                    <a:pt x="120000" y="0"/>
                  </a:moveTo>
                  <a:lnTo>
                    <a:pt x="120000" y="81776"/>
                  </a:lnTo>
                  <a:lnTo>
                    <a:pt x="0" y="81776"/>
                  </a:lnTo>
                  <a:lnTo>
                    <a:pt x="0" y="120000"/>
                  </a:lnTo>
                </a:path>
              </a:pathLst>
            </a:custGeom>
            <a:noFill/>
            <a:ln cap="flat" cmpd="sng" w="12700">
              <a:solidFill>
                <a:srgbClr val="A6A6A6"/>
              </a:solidFill>
              <a:prstDash val="solid"/>
              <a:miter lim="800000"/>
              <a:headEnd len="sm" w="sm" type="none"/>
              <a:tailEnd len="sm" w="sm" type="none"/>
            </a:ln>
          </p:spPr>
        </p:sp>
        <p:sp>
          <p:nvSpPr>
            <p:cNvPr id="246" name="Google Shape;246;p30"/>
            <p:cNvSpPr/>
            <p:nvPr/>
          </p:nvSpPr>
          <p:spPr>
            <a:xfrm>
              <a:off x="2896925" y="2949851"/>
              <a:ext cx="631231" cy="400832"/>
            </a:xfrm>
            <a:prstGeom prst="roundRect">
              <a:avLst>
                <a:gd fmla="val 10000" name="adj"/>
              </a:avLst>
            </a:prstGeom>
            <a:solidFill>
              <a:srgbClr val="959595"/>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7" name="Google Shape;247;p30"/>
            <p:cNvSpPr/>
            <p:nvPr/>
          </p:nvSpPr>
          <p:spPr>
            <a:xfrm>
              <a:off x="2967062" y="3016481"/>
              <a:ext cx="631231" cy="400832"/>
            </a:xfrm>
            <a:prstGeom prst="roundRect">
              <a:avLst>
                <a:gd fmla="val 10000" name="adj"/>
              </a:avLst>
            </a:prstGeom>
            <a:solidFill>
              <a:schemeClr val="lt1">
                <a:alpha val="89803"/>
              </a:schemeClr>
            </a:solidFill>
            <a:ln cap="flat" cmpd="sng" w="12700">
              <a:solidFill>
                <a:srgbClr val="959595"/>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30"/>
            <p:cNvSpPr txBox="1"/>
            <p:nvPr/>
          </p:nvSpPr>
          <p:spPr>
            <a:xfrm>
              <a:off x="2978802" y="3028221"/>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DATASET</a:t>
              </a:r>
              <a:endParaRPr sz="400">
                <a:solidFill>
                  <a:schemeClr val="dk1"/>
                </a:solidFill>
                <a:latin typeface="Gill Sans"/>
                <a:ea typeface="Gill Sans"/>
                <a:cs typeface="Gill Sans"/>
                <a:sym typeface="Gill Sans"/>
              </a:endParaRPr>
            </a:p>
          </p:txBody>
        </p:sp>
        <p:sp>
          <p:nvSpPr>
            <p:cNvPr id="249" name="Google Shape;249;p30"/>
            <p:cNvSpPr/>
            <p:nvPr/>
          </p:nvSpPr>
          <p:spPr>
            <a:xfrm>
              <a:off x="1161038" y="3534266"/>
              <a:ext cx="631231" cy="400832"/>
            </a:xfrm>
            <a:prstGeom prst="roundRect">
              <a:avLst>
                <a:gd fmla="val 10000" name="adj"/>
              </a:avLst>
            </a:prstGeom>
            <a:solidFill>
              <a:srgbClr val="A6A6A6"/>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30"/>
            <p:cNvSpPr/>
            <p:nvPr/>
          </p:nvSpPr>
          <p:spPr>
            <a:xfrm>
              <a:off x="1231175" y="3600896"/>
              <a:ext cx="631231" cy="400832"/>
            </a:xfrm>
            <a:prstGeom prst="roundRect">
              <a:avLst>
                <a:gd fmla="val 10000" name="adj"/>
              </a:avLst>
            </a:prstGeom>
            <a:solidFill>
              <a:schemeClr val="lt1">
                <a:alpha val="89803"/>
              </a:schemeClr>
            </a:solidFill>
            <a:ln cap="flat" cmpd="sng" w="12700">
              <a:solidFill>
                <a:srgbClr val="A6A6A6"/>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30"/>
            <p:cNvSpPr txBox="1"/>
            <p:nvPr/>
          </p:nvSpPr>
          <p:spPr>
            <a:xfrm>
              <a:off x="1242915" y="3612636"/>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BASE DATA</a:t>
              </a:r>
              <a:endParaRPr sz="400">
                <a:solidFill>
                  <a:schemeClr val="dk1"/>
                </a:solidFill>
                <a:latin typeface="Gill Sans"/>
                <a:ea typeface="Gill Sans"/>
                <a:cs typeface="Gill Sans"/>
                <a:sym typeface="Gill Sans"/>
              </a:endParaRPr>
            </a:p>
          </p:txBody>
        </p:sp>
        <p:sp>
          <p:nvSpPr>
            <p:cNvPr id="252" name="Google Shape;252;p30"/>
            <p:cNvSpPr/>
            <p:nvPr/>
          </p:nvSpPr>
          <p:spPr>
            <a:xfrm>
              <a:off x="3779"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30"/>
            <p:cNvSpPr/>
            <p:nvPr/>
          </p:nvSpPr>
          <p:spPr>
            <a:xfrm>
              <a:off x="73916"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30"/>
            <p:cNvSpPr txBox="1"/>
            <p:nvPr/>
          </p:nvSpPr>
          <p:spPr>
            <a:xfrm>
              <a:off x="85656"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DimRoute</a:t>
              </a:r>
              <a:endParaRPr sz="400">
                <a:solidFill>
                  <a:schemeClr val="dk1"/>
                </a:solidFill>
                <a:latin typeface="Gill Sans"/>
                <a:ea typeface="Gill Sans"/>
                <a:cs typeface="Gill Sans"/>
                <a:sym typeface="Gill Sans"/>
              </a:endParaRPr>
            </a:p>
          </p:txBody>
        </p:sp>
        <p:sp>
          <p:nvSpPr>
            <p:cNvPr id="255" name="Google Shape;255;p30"/>
            <p:cNvSpPr/>
            <p:nvPr/>
          </p:nvSpPr>
          <p:spPr>
            <a:xfrm>
              <a:off x="775285"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30"/>
            <p:cNvSpPr/>
            <p:nvPr/>
          </p:nvSpPr>
          <p:spPr>
            <a:xfrm>
              <a:off x="845422"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30"/>
            <p:cNvSpPr txBox="1"/>
            <p:nvPr/>
          </p:nvSpPr>
          <p:spPr>
            <a:xfrm>
              <a:off x="857162"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DimDate</a:t>
              </a:r>
              <a:endParaRPr sz="400">
                <a:solidFill>
                  <a:schemeClr val="dk1"/>
                </a:solidFill>
                <a:latin typeface="Gill Sans"/>
                <a:ea typeface="Gill Sans"/>
                <a:cs typeface="Gill Sans"/>
                <a:sym typeface="Gill Sans"/>
              </a:endParaRPr>
            </a:p>
          </p:txBody>
        </p:sp>
        <p:sp>
          <p:nvSpPr>
            <p:cNvPr id="258" name="Google Shape;258;p30"/>
            <p:cNvSpPr/>
            <p:nvPr/>
          </p:nvSpPr>
          <p:spPr>
            <a:xfrm>
              <a:off x="1546790"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9" name="Google Shape;259;p30"/>
            <p:cNvSpPr/>
            <p:nvPr/>
          </p:nvSpPr>
          <p:spPr>
            <a:xfrm>
              <a:off x="1616927"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30"/>
            <p:cNvSpPr txBox="1"/>
            <p:nvPr/>
          </p:nvSpPr>
          <p:spPr>
            <a:xfrm>
              <a:off x="1628667"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FactTimepointAdherence</a:t>
              </a:r>
              <a:endParaRPr sz="400">
                <a:solidFill>
                  <a:schemeClr val="dk1"/>
                </a:solidFill>
                <a:latin typeface="Sorts Mill Goudy"/>
                <a:ea typeface="Sorts Mill Goudy"/>
                <a:cs typeface="Sorts Mill Goudy"/>
                <a:sym typeface="Sorts Mill Goudy"/>
              </a:endParaRPr>
            </a:p>
          </p:txBody>
        </p:sp>
        <p:sp>
          <p:nvSpPr>
            <p:cNvPr id="261" name="Google Shape;261;p30"/>
            <p:cNvSpPr/>
            <p:nvPr/>
          </p:nvSpPr>
          <p:spPr>
            <a:xfrm>
              <a:off x="2318296"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30"/>
            <p:cNvSpPr/>
            <p:nvPr/>
          </p:nvSpPr>
          <p:spPr>
            <a:xfrm>
              <a:off x="2388433"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30"/>
            <p:cNvSpPr txBox="1"/>
            <p:nvPr/>
          </p:nvSpPr>
          <p:spPr>
            <a:xfrm>
              <a:off x="2400173"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FactHeadwayAdherence</a:t>
              </a:r>
              <a:endParaRPr sz="400">
                <a:solidFill>
                  <a:schemeClr val="dk1"/>
                </a:solidFill>
                <a:latin typeface="Sorts Mill Goudy"/>
                <a:ea typeface="Sorts Mill Goudy"/>
                <a:cs typeface="Sorts Mill Goudy"/>
                <a:sym typeface="Sorts Mill Goudy"/>
              </a:endParaRPr>
            </a:p>
          </p:txBody>
        </p:sp>
        <p:sp>
          <p:nvSpPr>
            <p:cNvPr id="264" name="Google Shape;264;p30"/>
            <p:cNvSpPr/>
            <p:nvPr/>
          </p:nvSpPr>
          <p:spPr>
            <a:xfrm>
              <a:off x="4632813" y="3534266"/>
              <a:ext cx="631231" cy="400832"/>
            </a:xfrm>
            <a:prstGeom prst="roundRect">
              <a:avLst>
                <a:gd fmla="val 10000" name="adj"/>
              </a:avLst>
            </a:prstGeom>
            <a:solidFill>
              <a:srgbClr val="A6A6A6"/>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30"/>
            <p:cNvSpPr/>
            <p:nvPr/>
          </p:nvSpPr>
          <p:spPr>
            <a:xfrm>
              <a:off x="4702950" y="3600896"/>
              <a:ext cx="631231" cy="400832"/>
            </a:xfrm>
            <a:prstGeom prst="roundRect">
              <a:avLst>
                <a:gd fmla="val 10000" name="adj"/>
              </a:avLst>
            </a:prstGeom>
            <a:solidFill>
              <a:schemeClr val="lt1">
                <a:alpha val="89803"/>
              </a:schemeClr>
            </a:solidFill>
            <a:ln cap="flat" cmpd="sng" w="12700">
              <a:solidFill>
                <a:srgbClr val="A6A6A6"/>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6" name="Google Shape;266;p30"/>
            <p:cNvSpPr txBox="1"/>
            <p:nvPr/>
          </p:nvSpPr>
          <p:spPr>
            <a:xfrm>
              <a:off x="4714690" y="3612636"/>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ADDITIONAL DATA</a:t>
              </a:r>
              <a:endParaRPr sz="1100"/>
            </a:p>
          </p:txBody>
        </p:sp>
        <p:sp>
          <p:nvSpPr>
            <p:cNvPr id="267" name="Google Shape;267;p30"/>
            <p:cNvSpPr/>
            <p:nvPr/>
          </p:nvSpPr>
          <p:spPr>
            <a:xfrm>
              <a:off x="3089802"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30"/>
            <p:cNvSpPr/>
            <p:nvPr/>
          </p:nvSpPr>
          <p:spPr>
            <a:xfrm>
              <a:off x="3159939"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30"/>
            <p:cNvSpPr txBox="1"/>
            <p:nvPr/>
          </p:nvSpPr>
          <p:spPr>
            <a:xfrm>
              <a:off x="3171679"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FactSegmentAdherence</a:t>
              </a:r>
              <a:endParaRPr sz="400">
                <a:solidFill>
                  <a:schemeClr val="dk1"/>
                </a:solidFill>
                <a:latin typeface="Sorts Mill Goudy"/>
                <a:ea typeface="Sorts Mill Goudy"/>
                <a:cs typeface="Sorts Mill Goudy"/>
                <a:sym typeface="Sorts Mill Goudy"/>
              </a:endParaRPr>
            </a:p>
          </p:txBody>
        </p:sp>
        <p:sp>
          <p:nvSpPr>
            <p:cNvPr id="270" name="Google Shape;270;p30"/>
            <p:cNvSpPr/>
            <p:nvPr/>
          </p:nvSpPr>
          <p:spPr>
            <a:xfrm>
              <a:off x="3861307"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1" name="Google Shape;271;p30"/>
            <p:cNvSpPr/>
            <p:nvPr/>
          </p:nvSpPr>
          <p:spPr>
            <a:xfrm>
              <a:off x="3931444"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30"/>
            <p:cNvSpPr txBox="1"/>
            <p:nvPr/>
          </p:nvSpPr>
          <p:spPr>
            <a:xfrm>
              <a:off x="3943184"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DimStop</a:t>
              </a:r>
              <a:endParaRPr sz="400">
                <a:solidFill>
                  <a:schemeClr val="dk1"/>
                </a:solidFill>
                <a:latin typeface="Sorts Mill Goudy"/>
                <a:ea typeface="Sorts Mill Goudy"/>
                <a:cs typeface="Sorts Mill Goudy"/>
                <a:sym typeface="Sorts Mill Goudy"/>
              </a:endParaRPr>
            </a:p>
          </p:txBody>
        </p:sp>
        <p:sp>
          <p:nvSpPr>
            <p:cNvPr id="273" name="Google Shape;273;p30"/>
            <p:cNvSpPr/>
            <p:nvPr/>
          </p:nvSpPr>
          <p:spPr>
            <a:xfrm>
              <a:off x="4632813"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4" name="Google Shape;274;p30"/>
            <p:cNvSpPr/>
            <p:nvPr/>
          </p:nvSpPr>
          <p:spPr>
            <a:xfrm>
              <a:off x="4702950"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5" name="Google Shape;275;p30"/>
            <p:cNvSpPr txBox="1"/>
            <p:nvPr/>
          </p:nvSpPr>
          <p:spPr>
            <a:xfrm>
              <a:off x="4714690"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DimBlock</a:t>
              </a:r>
              <a:endParaRPr sz="400">
                <a:solidFill>
                  <a:schemeClr val="dk1"/>
                </a:solidFill>
                <a:latin typeface="Sorts Mill Goudy"/>
                <a:ea typeface="Sorts Mill Goudy"/>
                <a:cs typeface="Sorts Mill Goudy"/>
                <a:sym typeface="Sorts Mill Goudy"/>
              </a:endParaRPr>
            </a:p>
          </p:txBody>
        </p:sp>
        <p:sp>
          <p:nvSpPr>
            <p:cNvPr id="276" name="Google Shape;276;p30"/>
            <p:cNvSpPr/>
            <p:nvPr/>
          </p:nvSpPr>
          <p:spPr>
            <a:xfrm>
              <a:off x="5404318"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7" name="Google Shape;277;p30"/>
            <p:cNvSpPr/>
            <p:nvPr/>
          </p:nvSpPr>
          <p:spPr>
            <a:xfrm>
              <a:off x="5474455"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8" name="Google Shape;278;p30"/>
            <p:cNvSpPr txBox="1"/>
            <p:nvPr/>
          </p:nvSpPr>
          <p:spPr>
            <a:xfrm>
              <a:off x="5486195"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DimUser</a:t>
              </a:r>
              <a:endParaRPr sz="400">
                <a:solidFill>
                  <a:schemeClr val="dk1"/>
                </a:solidFill>
                <a:latin typeface="Sorts Mill Goudy"/>
                <a:ea typeface="Sorts Mill Goudy"/>
                <a:cs typeface="Sorts Mill Goudy"/>
                <a:sym typeface="Sorts Mill Goudy"/>
              </a:endParaRPr>
            </a:p>
          </p:txBody>
        </p:sp>
        <p:sp>
          <p:nvSpPr>
            <p:cNvPr id="279" name="Google Shape;279;p30"/>
            <p:cNvSpPr/>
            <p:nvPr/>
          </p:nvSpPr>
          <p:spPr>
            <a:xfrm>
              <a:off x="6175824" y="4118682"/>
              <a:ext cx="631231" cy="400832"/>
            </a:xfrm>
            <a:prstGeom prst="roundRect">
              <a:avLst>
                <a:gd fmla="val 10000" name="adj"/>
              </a:avLst>
            </a:prstGeom>
            <a:solidFill>
              <a:srgbClr val="BBBBBB"/>
            </a:solidFill>
            <a:ln cap="flat" cmpd="sng" w="12700">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0" name="Google Shape;280;p30"/>
            <p:cNvSpPr/>
            <p:nvPr/>
          </p:nvSpPr>
          <p:spPr>
            <a:xfrm>
              <a:off x="6245961" y="4185312"/>
              <a:ext cx="631231" cy="400832"/>
            </a:xfrm>
            <a:prstGeom prst="roundRect">
              <a:avLst>
                <a:gd fmla="val 10000" name="adj"/>
              </a:avLst>
            </a:prstGeom>
            <a:solidFill>
              <a:schemeClr val="lt1">
                <a:alpha val="89803"/>
              </a:schemeClr>
            </a:solidFill>
            <a:ln cap="flat" cmpd="sng" w="12700">
              <a:solidFill>
                <a:srgbClr val="BBBBBB"/>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30"/>
            <p:cNvSpPr txBox="1"/>
            <p:nvPr/>
          </p:nvSpPr>
          <p:spPr>
            <a:xfrm>
              <a:off x="6257701" y="4197052"/>
              <a:ext cx="607751" cy="377352"/>
            </a:xfrm>
            <a:prstGeom prst="rect">
              <a:avLst/>
            </a:prstGeom>
            <a:noFill/>
            <a:ln>
              <a:noFill/>
            </a:ln>
          </p:spPr>
          <p:txBody>
            <a:bodyPr anchorCtr="0" anchor="ctr" bIns="14300" lIns="14300" spcFirstLastPara="1" rIns="14300" wrap="square" tIns="14300">
              <a:noAutofit/>
            </a:bodyPr>
            <a:lstStyle/>
            <a:p>
              <a:pPr indent="0" lvl="0" marL="0" marR="0" rtl="0" algn="ctr">
                <a:lnSpc>
                  <a:spcPct val="90000"/>
                </a:lnSpc>
                <a:spcBef>
                  <a:spcPts val="0"/>
                </a:spcBef>
                <a:spcAft>
                  <a:spcPts val="0"/>
                </a:spcAft>
                <a:buClr>
                  <a:schemeClr val="dk1"/>
                </a:buClr>
                <a:buSzPts val="400"/>
                <a:buFont typeface="Sorts Mill Goudy"/>
                <a:buNone/>
              </a:pPr>
              <a:r>
                <a:rPr lang="en" sz="400">
                  <a:solidFill>
                    <a:schemeClr val="dk1"/>
                  </a:solidFill>
                  <a:latin typeface="Sorts Mill Goudy"/>
                  <a:ea typeface="Sorts Mill Goudy"/>
                  <a:cs typeface="Sorts Mill Goudy"/>
                  <a:sym typeface="Sorts Mill Goudy"/>
                </a:rPr>
                <a:t>DimTrip</a:t>
              </a:r>
              <a:endParaRPr sz="400">
                <a:solidFill>
                  <a:schemeClr val="dk1"/>
                </a:solidFill>
                <a:latin typeface="Sorts Mill Goudy"/>
                <a:ea typeface="Sorts Mill Goudy"/>
                <a:cs typeface="Sorts Mill Goudy"/>
                <a:sym typeface="Sorts Mill Goudy"/>
              </a:endParaRPr>
            </a:p>
          </p:txBody>
        </p:sp>
      </p:grpSp>
      <p:sp>
        <p:nvSpPr>
          <p:cNvPr id="282" name="Google Shape;282;p30"/>
          <p:cNvSpPr/>
          <p:nvPr/>
        </p:nvSpPr>
        <p:spPr>
          <a:xfrm>
            <a:off x="-930" y="215483"/>
            <a:ext cx="114429" cy="440335"/>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283" name="Google Shape;283;p30"/>
          <p:cNvSpPr/>
          <p:nvPr/>
        </p:nvSpPr>
        <p:spPr>
          <a:xfrm>
            <a:off x="4740275" y="2079713"/>
            <a:ext cx="3840300" cy="1142400"/>
          </a:xfrm>
          <a:prstGeom prst="rect">
            <a:avLst/>
          </a:prstGeom>
          <a:solidFill>
            <a:srgbClr val="E8D2D2"/>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127000" lvl="0" marL="215900" marR="0" rtl="0" algn="l">
              <a:spcBef>
                <a:spcPts val="0"/>
              </a:spcBef>
              <a:spcAft>
                <a:spcPts val="0"/>
              </a:spcAft>
              <a:buClr>
                <a:schemeClr val="lt1"/>
              </a:buClr>
              <a:buSzPts val="1400"/>
              <a:buFont typeface="Arial"/>
              <a:buNone/>
            </a:pPr>
            <a:r>
              <a:t/>
            </a:r>
            <a:endParaRPr i="1" sz="1400">
              <a:solidFill>
                <a:srgbClr val="000000"/>
              </a:solidFill>
              <a:latin typeface="Sorts Mill Goudy"/>
              <a:ea typeface="Sorts Mill Goudy"/>
              <a:cs typeface="Sorts Mill Goudy"/>
              <a:sym typeface="Sorts Mill Goudy"/>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Records:</a:t>
            </a:r>
            <a:r>
              <a:rPr lang="en" sz="1100">
                <a:solidFill>
                  <a:srgbClr val="000000"/>
                </a:solidFill>
                <a:latin typeface="Sorts Mill Goudy"/>
                <a:ea typeface="Sorts Mill Goudy"/>
                <a:cs typeface="Sorts Mill Goudy"/>
                <a:sym typeface="Sorts Mill Goudy"/>
              </a:rPr>
              <a:t> 1,923,871</a:t>
            </a:r>
            <a:endParaRPr sz="1100">
              <a:solidFill>
                <a:schemeClr val="lt1"/>
              </a:solidFill>
              <a:latin typeface="Gill Sans"/>
              <a:ea typeface="Gill Sans"/>
              <a:cs typeface="Gill Sans"/>
              <a:sym typeface="Gill Sans"/>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Entities:</a:t>
            </a:r>
            <a:r>
              <a:rPr lang="en" sz="1100">
                <a:solidFill>
                  <a:srgbClr val="000000"/>
                </a:solidFill>
                <a:latin typeface="Sorts Mill Goudy"/>
                <a:ea typeface="Sorts Mill Goudy"/>
                <a:cs typeface="Sorts Mill Goudy"/>
                <a:sym typeface="Sorts Mill Goudy"/>
              </a:rPr>
              <a:t> 7</a:t>
            </a:r>
            <a:endParaRPr sz="1100"/>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Major Attributes:</a:t>
            </a:r>
            <a:r>
              <a:rPr lang="en" sz="1100">
                <a:solidFill>
                  <a:srgbClr val="000000"/>
                </a:solidFill>
                <a:latin typeface="Sorts Mill Goudy"/>
                <a:ea typeface="Sorts Mill Goudy"/>
                <a:cs typeface="Sorts Mill Goudy"/>
                <a:sym typeface="Sorts Mill Goudy"/>
              </a:rPr>
              <a:t> </a:t>
            </a:r>
            <a:r>
              <a:rPr lang="en" sz="1100">
                <a:solidFill>
                  <a:schemeClr val="dk1"/>
                </a:solidFill>
                <a:latin typeface="Sorts Mill Goudy"/>
                <a:ea typeface="Sorts Mill Goudy"/>
                <a:cs typeface="Sorts Mill Goudy"/>
                <a:sym typeface="Sorts Mill Goudy"/>
              </a:rPr>
              <a:t>TransitAuthorityKey, DateKey, RouteKey, TripKey, UserKey</a:t>
            </a:r>
            <a:endParaRPr sz="1100">
              <a:solidFill>
                <a:schemeClr val="dk1"/>
              </a:solidFill>
              <a:latin typeface="Sorts Mill Goudy"/>
              <a:ea typeface="Sorts Mill Goudy"/>
              <a:cs typeface="Sorts Mill Goudy"/>
              <a:sym typeface="Sorts Mill Goudy"/>
            </a:endParaRPr>
          </a:p>
          <a:p>
            <a:pPr indent="-127000" lvl="0" marL="215900" marR="0" rtl="0" algn="l">
              <a:spcBef>
                <a:spcPts val="0"/>
              </a:spcBef>
              <a:spcAft>
                <a:spcPts val="0"/>
              </a:spcAft>
              <a:buClr>
                <a:schemeClr val="lt1"/>
              </a:buClr>
              <a:buSzPts val="1400"/>
              <a:buFont typeface="Arial"/>
              <a:buNone/>
            </a:pPr>
            <a:r>
              <a:t/>
            </a:r>
            <a:endParaRPr sz="1400">
              <a:solidFill>
                <a:srgbClr val="000000"/>
              </a:solidFill>
              <a:latin typeface="Sorts Mill Goudy"/>
              <a:ea typeface="Sorts Mill Goudy"/>
              <a:cs typeface="Sorts Mill Goudy"/>
              <a:sym typeface="Sorts Mill Goudy"/>
            </a:endParaRPr>
          </a:p>
        </p:txBody>
      </p:sp>
      <p:sp>
        <p:nvSpPr>
          <p:cNvPr id="284" name="Google Shape;284;p30"/>
          <p:cNvSpPr/>
          <p:nvPr/>
        </p:nvSpPr>
        <p:spPr>
          <a:xfrm>
            <a:off x="4572010" y="1915283"/>
            <a:ext cx="2385900" cy="316500"/>
          </a:xfrm>
          <a:prstGeom prst="roundRect">
            <a:avLst>
              <a:gd fmla="val 16667" name="adj"/>
            </a:avLst>
          </a:prstGeom>
          <a:solidFill>
            <a:srgbClr val="8C0A0A"/>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rgbClr val="FFFFFF"/>
                </a:solidFill>
                <a:latin typeface="Sorts Mill Goudy"/>
                <a:ea typeface="Sorts Mill Goudy"/>
                <a:cs typeface="Sorts Mill Goudy"/>
                <a:sym typeface="Sorts Mill Goudy"/>
              </a:rPr>
              <a:t>FactTimepointAdherence</a:t>
            </a:r>
            <a:endParaRPr sz="1400">
              <a:solidFill>
                <a:srgbClr val="FFFFFF"/>
              </a:solidFill>
              <a:latin typeface="Gill Sans"/>
              <a:ea typeface="Gill Sans"/>
              <a:cs typeface="Gill Sans"/>
              <a:sym typeface="Gill Sans"/>
            </a:endParaRPr>
          </a:p>
        </p:txBody>
      </p:sp>
      <p:sp>
        <p:nvSpPr>
          <p:cNvPr id="285" name="Google Shape;285;p30"/>
          <p:cNvSpPr/>
          <p:nvPr/>
        </p:nvSpPr>
        <p:spPr>
          <a:xfrm>
            <a:off x="341200" y="2349325"/>
            <a:ext cx="3476100" cy="982500"/>
          </a:xfrm>
          <a:prstGeom prst="rect">
            <a:avLst/>
          </a:prstGeom>
          <a:solidFill>
            <a:srgbClr val="7A0707">
              <a:alpha val="18823"/>
            </a:srgbClr>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152400" lvl="0" marL="215900" marR="0" rtl="0" algn="l">
              <a:spcBef>
                <a:spcPts val="0"/>
              </a:spcBef>
              <a:spcAft>
                <a:spcPts val="0"/>
              </a:spcAft>
              <a:buClr>
                <a:schemeClr val="lt1"/>
              </a:buClr>
              <a:buSzPts val="1100"/>
              <a:buFont typeface="Arial"/>
              <a:buNone/>
            </a:pPr>
            <a:r>
              <a:t/>
            </a:r>
            <a:endParaRPr sz="1100">
              <a:solidFill>
                <a:srgbClr val="000000"/>
              </a:solidFill>
              <a:latin typeface="Arial"/>
              <a:ea typeface="Arial"/>
              <a:cs typeface="Arial"/>
              <a:sym typeface="Arial"/>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Records:</a:t>
            </a:r>
            <a:r>
              <a:rPr lang="en" sz="1100">
                <a:solidFill>
                  <a:srgbClr val="000000"/>
                </a:solidFill>
                <a:latin typeface="Sorts Mill Goudy"/>
                <a:ea typeface="Sorts Mill Goudy"/>
                <a:cs typeface="Sorts Mill Goudy"/>
                <a:sym typeface="Sorts Mill Goudy"/>
              </a:rPr>
              <a:t> </a:t>
            </a:r>
            <a:r>
              <a:rPr lang="en" sz="1100">
                <a:solidFill>
                  <a:srgbClr val="000000"/>
                </a:solidFill>
                <a:latin typeface="Sorts Mill Goudy"/>
                <a:ea typeface="Sorts Mill Goudy"/>
                <a:cs typeface="Sorts Mill Goudy"/>
                <a:sym typeface="Sorts Mill Goudy"/>
              </a:rPr>
              <a:t>1,236</a:t>
            </a:r>
            <a:endParaRPr sz="1100">
              <a:solidFill>
                <a:srgbClr val="000000"/>
              </a:solidFill>
              <a:latin typeface="Sorts Mill Goudy"/>
              <a:ea typeface="Sorts Mill Goudy"/>
              <a:cs typeface="Sorts Mill Goudy"/>
              <a:sym typeface="Sorts Mill Goudy"/>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Entities:</a:t>
            </a:r>
            <a:r>
              <a:rPr lang="en" sz="1100">
                <a:solidFill>
                  <a:srgbClr val="000000"/>
                </a:solidFill>
                <a:latin typeface="Sorts Mill Goudy"/>
                <a:ea typeface="Sorts Mill Goudy"/>
                <a:cs typeface="Sorts Mill Goudy"/>
                <a:sym typeface="Sorts Mill Goudy"/>
              </a:rPr>
              <a:t> 44</a:t>
            </a:r>
            <a:endParaRPr sz="1100">
              <a:solidFill>
                <a:schemeClr val="lt1"/>
              </a:solidFill>
              <a:latin typeface="Gill Sans"/>
              <a:ea typeface="Gill Sans"/>
              <a:cs typeface="Gill Sans"/>
              <a:sym typeface="Gill Sans"/>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Major Attributes:</a:t>
            </a:r>
            <a:r>
              <a:rPr lang="en" sz="1100">
                <a:solidFill>
                  <a:srgbClr val="000000"/>
                </a:solidFill>
                <a:latin typeface="Sorts Mill Goudy"/>
                <a:ea typeface="Sorts Mill Goudy"/>
                <a:cs typeface="Sorts Mill Goudy"/>
                <a:sym typeface="Sorts Mill Goudy"/>
              </a:rPr>
              <a:t> RouteKey, RouteRecordID, TransitAuthorityKey, RouteReportLabel, RouteDesc</a:t>
            </a:r>
            <a:endParaRPr sz="1100">
              <a:solidFill>
                <a:schemeClr val="lt1"/>
              </a:solidFill>
              <a:latin typeface="Sorts Mill Goudy"/>
              <a:ea typeface="Sorts Mill Goudy"/>
              <a:cs typeface="Sorts Mill Goudy"/>
              <a:sym typeface="Sorts Mill Goudy"/>
            </a:endParaRPr>
          </a:p>
        </p:txBody>
      </p:sp>
      <p:sp>
        <p:nvSpPr>
          <p:cNvPr id="286" name="Google Shape;286;p30"/>
          <p:cNvSpPr/>
          <p:nvPr/>
        </p:nvSpPr>
        <p:spPr>
          <a:xfrm>
            <a:off x="447858" y="2100406"/>
            <a:ext cx="1112100" cy="381900"/>
          </a:xfrm>
          <a:prstGeom prst="roundRect">
            <a:avLst>
              <a:gd fmla="val 15759" name="adj"/>
            </a:avLst>
          </a:prstGeom>
          <a:solidFill>
            <a:srgbClr val="8C0A0A"/>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rgbClr val="FFFFFF"/>
                </a:solidFill>
                <a:latin typeface="Sorts Mill Goudy"/>
                <a:ea typeface="Sorts Mill Goudy"/>
                <a:cs typeface="Sorts Mill Goudy"/>
                <a:sym typeface="Sorts Mill Goudy"/>
              </a:rPr>
              <a:t>DimRoute</a:t>
            </a:r>
            <a:endParaRPr sz="1400">
              <a:solidFill>
                <a:srgbClr val="FFFFFF"/>
              </a:solidFill>
              <a:latin typeface="Gill Sans"/>
              <a:ea typeface="Gill Sans"/>
              <a:cs typeface="Gill Sans"/>
              <a:sym typeface="Gill Sans"/>
            </a:endParaRPr>
          </a:p>
        </p:txBody>
      </p:sp>
      <p:sp>
        <p:nvSpPr>
          <p:cNvPr id="287" name="Google Shape;287;p30"/>
          <p:cNvSpPr/>
          <p:nvPr/>
        </p:nvSpPr>
        <p:spPr>
          <a:xfrm>
            <a:off x="248875" y="1009950"/>
            <a:ext cx="3568500" cy="982500"/>
          </a:xfrm>
          <a:prstGeom prst="rect">
            <a:avLst/>
          </a:prstGeom>
          <a:solidFill>
            <a:srgbClr val="7A0707">
              <a:alpha val="18823"/>
            </a:srgbClr>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152400" lvl="0" marL="215900" marR="0" rtl="0" algn="l">
              <a:spcBef>
                <a:spcPts val="0"/>
              </a:spcBef>
              <a:spcAft>
                <a:spcPts val="0"/>
              </a:spcAft>
              <a:buClr>
                <a:schemeClr val="lt1"/>
              </a:buClr>
              <a:buSzPts val="1100"/>
              <a:buFont typeface="Arial"/>
              <a:buNone/>
            </a:pPr>
            <a:r>
              <a:t/>
            </a:r>
            <a:endParaRPr sz="1100">
              <a:solidFill>
                <a:srgbClr val="000000"/>
              </a:solidFill>
              <a:latin typeface="Arial"/>
              <a:ea typeface="Arial"/>
              <a:cs typeface="Arial"/>
              <a:sym typeface="Arial"/>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Records:</a:t>
            </a:r>
            <a:r>
              <a:rPr lang="en" sz="1100">
                <a:solidFill>
                  <a:srgbClr val="000000"/>
                </a:solidFill>
                <a:latin typeface="Sorts Mill Goudy"/>
                <a:ea typeface="Sorts Mill Goudy"/>
                <a:cs typeface="Sorts Mill Goudy"/>
                <a:sym typeface="Sorts Mill Goudy"/>
              </a:rPr>
              <a:t> </a:t>
            </a:r>
            <a:r>
              <a:rPr lang="en" sz="1100">
                <a:solidFill>
                  <a:srgbClr val="000000"/>
                </a:solidFill>
                <a:latin typeface="Sorts Mill Goudy"/>
                <a:ea typeface="Sorts Mill Goudy"/>
                <a:cs typeface="Sorts Mill Goudy"/>
                <a:sym typeface="Sorts Mill Goudy"/>
              </a:rPr>
              <a:t>1,096</a:t>
            </a:r>
            <a:endParaRPr sz="1100"/>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Entities:</a:t>
            </a:r>
            <a:r>
              <a:rPr lang="en" sz="1100">
                <a:solidFill>
                  <a:srgbClr val="000000"/>
                </a:solidFill>
                <a:latin typeface="Sorts Mill Goudy"/>
                <a:ea typeface="Sorts Mill Goudy"/>
                <a:cs typeface="Sorts Mill Goudy"/>
                <a:sym typeface="Sorts Mill Goudy"/>
              </a:rPr>
              <a:t> 19</a:t>
            </a:r>
            <a:endParaRPr sz="1100"/>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Major Attributes:</a:t>
            </a:r>
            <a:r>
              <a:rPr lang="en" sz="1100">
                <a:solidFill>
                  <a:srgbClr val="000000"/>
                </a:solidFill>
                <a:latin typeface="Sorts Mill Goudy"/>
                <a:ea typeface="Sorts Mill Goudy"/>
                <a:cs typeface="Sorts Mill Goudy"/>
                <a:sym typeface="Sorts Mill Goudy"/>
              </a:rPr>
              <a:t> DateKey, CalendarDate, CalendarDateChar, MonthNumber, MonthName</a:t>
            </a:r>
            <a:endParaRPr sz="1100">
              <a:solidFill>
                <a:schemeClr val="lt1"/>
              </a:solidFill>
              <a:latin typeface="Sorts Mill Goudy"/>
              <a:ea typeface="Sorts Mill Goudy"/>
              <a:cs typeface="Sorts Mill Goudy"/>
              <a:sym typeface="Sorts Mill Goudy"/>
            </a:endParaRPr>
          </a:p>
        </p:txBody>
      </p:sp>
      <p:sp>
        <p:nvSpPr>
          <p:cNvPr id="288" name="Google Shape;288;p30"/>
          <p:cNvSpPr/>
          <p:nvPr/>
        </p:nvSpPr>
        <p:spPr>
          <a:xfrm>
            <a:off x="447881" y="793470"/>
            <a:ext cx="1112068" cy="381871"/>
          </a:xfrm>
          <a:prstGeom prst="roundRect">
            <a:avLst>
              <a:gd fmla="val 16667" name="adj"/>
            </a:avLst>
          </a:prstGeom>
          <a:solidFill>
            <a:srgbClr val="8C0A0A"/>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rgbClr val="FFFFFF"/>
                </a:solidFill>
                <a:latin typeface="Sorts Mill Goudy"/>
                <a:ea typeface="Sorts Mill Goudy"/>
                <a:cs typeface="Sorts Mill Goudy"/>
                <a:sym typeface="Sorts Mill Goudy"/>
              </a:rPr>
              <a:t>DimDate</a:t>
            </a:r>
            <a:endParaRPr sz="1400">
              <a:solidFill>
                <a:srgbClr val="FFFFFF"/>
              </a:solidFill>
              <a:latin typeface="Gill Sans"/>
              <a:ea typeface="Gill Sans"/>
              <a:cs typeface="Gill Sans"/>
              <a:sym typeface="Gill Sans"/>
            </a:endParaRPr>
          </a:p>
        </p:txBody>
      </p:sp>
      <p:sp>
        <p:nvSpPr>
          <p:cNvPr id="289" name="Google Shape;289;p30"/>
          <p:cNvSpPr/>
          <p:nvPr/>
        </p:nvSpPr>
        <p:spPr>
          <a:xfrm>
            <a:off x="4740275" y="3586125"/>
            <a:ext cx="3840300" cy="1142400"/>
          </a:xfrm>
          <a:prstGeom prst="rect">
            <a:avLst/>
          </a:prstGeom>
          <a:solidFill>
            <a:srgbClr val="E8D2D2"/>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127000" lvl="0" marL="215900" marR="0" rtl="0" algn="l">
              <a:spcBef>
                <a:spcPts val="0"/>
              </a:spcBef>
              <a:spcAft>
                <a:spcPts val="0"/>
              </a:spcAft>
              <a:buClr>
                <a:schemeClr val="lt1"/>
              </a:buClr>
              <a:buSzPts val="1400"/>
              <a:buFont typeface="Arial"/>
              <a:buNone/>
            </a:pPr>
            <a:r>
              <a:t/>
            </a:r>
            <a:endParaRPr i="1" sz="1100">
              <a:solidFill>
                <a:srgbClr val="000000"/>
              </a:solidFill>
              <a:latin typeface="Sorts Mill Goudy"/>
              <a:ea typeface="Sorts Mill Goudy"/>
              <a:cs typeface="Sorts Mill Goudy"/>
              <a:sym typeface="Sorts Mill Goudy"/>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Records:</a:t>
            </a:r>
            <a:r>
              <a:rPr lang="en" sz="1100">
                <a:solidFill>
                  <a:srgbClr val="000000"/>
                </a:solidFill>
                <a:latin typeface="Sorts Mill Goudy"/>
                <a:ea typeface="Sorts Mill Goudy"/>
                <a:cs typeface="Sorts Mill Goudy"/>
                <a:sym typeface="Sorts Mill Goudy"/>
              </a:rPr>
              <a:t> 19,787,279</a:t>
            </a:r>
            <a:endParaRPr sz="1100">
              <a:solidFill>
                <a:schemeClr val="lt1"/>
              </a:solidFill>
              <a:latin typeface="Gill Sans"/>
              <a:ea typeface="Gill Sans"/>
              <a:cs typeface="Gill Sans"/>
              <a:sym typeface="Gill Sans"/>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Entities:</a:t>
            </a:r>
            <a:r>
              <a:rPr lang="en" sz="1100">
                <a:solidFill>
                  <a:srgbClr val="000000"/>
                </a:solidFill>
                <a:latin typeface="Sorts Mill Goudy"/>
                <a:ea typeface="Sorts Mill Goudy"/>
                <a:cs typeface="Sorts Mill Goudy"/>
                <a:sym typeface="Sorts Mill Goudy"/>
              </a:rPr>
              <a:t> 5</a:t>
            </a:r>
            <a:endParaRPr sz="1100"/>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Major Attributes:</a:t>
            </a:r>
            <a:r>
              <a:rPr lang="en" sz="1100">
                <a:solidFill>
                  <a:srgbClr val="000000"/>
                </a:solidFill>
                <a:latin typeface="Sorts Mill Goudy"/>
                <a:ea typeface="Sorts Mill Goudy"/>
                <a:cs typeface="Sorts Mill Goudy"/>
                <a:sym typeface="Sorts Mill Goudy"/>
              </a:rPr>
              <a:t> DateKey, RouteKey, TripKey, DepartIntervalVarianceSecs, PrevDepartTimeActual</a:t>
            </a:r>
            <a:endParaRPr sz="1100">
              <a:solidFill>
                <a:srgbClr val="000000"/>
              </a:solidFill>
              <a:latin typeface="Sorts Mill Goudy"/>
              <a:ea typeface="Sorts Mill Goudy"/>
              <a:cs typeface="Sorts Mill Goudy"/>
              <a:sym typeface="Sorts Mill Goudy"/>
            </a:endParaRPr>
          </a:p>
          <a:p>
            <a:pPr indent="-127000" lvl="0" marL="215900" marR="0" rtl="0" algn="l">
              <a:spcBef>
                <a:spcPts val="0"/>
              </a:spcBef>
              <a:spcAft>
                <a:spcPts val="0"/>
              </a:spcAft>
              <a:buClr>
                <a:schemeClr val="lt1"/>
              </a:buClr>
              <a:buSzPts val="1400"/>
              <a:buFont typeface="Arial"/>
              <a:buNone/>
            </a:pPr>
            <a:r>
              <a:t/>
            </a:r>
            <a:endParaRPr sz="1400">
              <a:solidFill>
                <a:srgbClr val="000000"/>
              </a:solidFill>
              <a:latin typeface="Sorts Mill Goudy"/>
              <a:ea typeface="Sorts Mill Goudy"/>
              <a:cs typeface="Sorts Mill Goudy"/>
              <a:sym typeface="Sorts Mill Goudy"/>
            </a:endParaRPr>
          </a:p>
        </p:txBody>
      </p:sp>
      <p:sp>
        <p:nvSpPr>
          <p:cNvPr id="290" name="Google Shape;290;p30"/>
          <p:cNvSpPr/>
          <p:nvPr/>
        </p:nvSpPr>
        <p:spPr>
          <a:xfrm>
            <a:off x="4444710" y="3440167"/>
            <a:ext cx="2385900" cy="316500"/>
          </a:xfrm>
          <a:prstGeom prst="roundRect">
            <a:avLst>
              <a:gd fmla="val 16667" name="adj"/>
            </a:avLst>
          </a:prstGeom>
          <a:solidFill>
            <a:srgbClr val="8C0A0A"/>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rgbClr val="FFFFFF"/>
                </a:solidFill>
                <a:latin typeface="Sorts Mill Goudy"/>
                <a:ea typeface="Sorts Mill Goudy"/>
                <a:cs typeface="Sorts Mill Goudy"/>
                <a:sym typeface="Sorts Mill Goudy"/>
              </a:rPr>
              <a:t>FactHeadwayAdherence</a:t>
            </a:r>
            <a:endParaRPr sz="1400">
              <a:solidFill>
                <a:srgbClr val="FFFFFF"/>
              </a:solidFill>
              <a:latin typeface="Gill Sans"/>
              <a:ea typeface="Gill Sans"/>
              <a:cs typeface="Gill Sans"/>
              <a:sym typeface="Gill Sans"/>
            </a:endParaRPr>
          </a:p>
        </p:txBody>
      </p:sp>
      <p:sp>
        <p:nvSpPr>
          <p:cNvPr id="291" name="Google Shape;291;p30"/>
          <p:cNvSpPr/>
          <p:nvPr/>
        </p:nvSpPr>
        <p:spPr>
          <a:xfrm>
            <a:off x="486445" y="3490556"/>
            <a:ext cx="1112100" cy="381900"/>
          </a:xfrm>
          <a:prstGeom prst="roundRect">
            <a:avLst>
              <a:gd fmla="val 15759" name="adj"/>
            </a:avLst>
          </a:prstGeom>
          <a:solidFill>
            <a:srgbClr val="8C0A0A"/>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400">
                <a:solidFill>
                  <a:srgbClr val="FFFFFF"/>
                </a:solidFill>
                <a:latin typeface="Sorts Mill Goudy"/>
                <a:ea typeface="Sorts Mill Goudy"/>
                <a:cs typeface="Sorts Mill Goudy"/>
                <a:sym typeface="Sorts Mill Goudy"/>
              </a:rPr>
              <a:t>Di</a:t>
            </a:r>
            <a:r>
              <a:rPr b="1" lang="en">
                <a:solidFill>
                  <a:srgbClr val="FFFFFF"/>
                </a:solidFill>
                <a:latin typeface="Sorts Mill Goudy"/>
                <a:ea typeface="Sorts Mill Goudy"/>
                <a:cs typeface="Sorts Mill Goudy"/>
                <a:sym typeface="Sorts Mill Goudy"/>
              </a:rPr>
              <a:t>mStop</a:t>
            </a:r>
            <a:endParaRPr sz="1400">
              <a:solidFill>
                <a:srgbClr val="FFFFFF"/>
              </a:solidFill>
              <a:latin typeface="Gill Sans"/>
              <a:ea typeface="Gill Sans"/>
              <a:cs typeface="Gill Sans"/>
              <a:sym typeface="Gill Sans"/>
            </a:endParaRPr>
          </a:p>
        </p:txBody>
      </p:sp>
      <p:sp>
        <p:nvSpPr>
          <p:cNvPr id="292" name="Google Shape;292;p30"/>
          <p:cNvSpPr/>
          <p:nvPr/>
        </p:nvSpPr>
        <p:spPr>
          <a:xfrm>
            <a:off x="341200" y="3801025"/>
            <a:ext cx="3476100" cy="982500"/>
          </a:xfrm>
          <a:prstGeom prst="rect">
            <a:avLst/>
          </a:prstGeom>
          <a:solidFill>
            <a:srgbClr val="7A0707">
              <a:alpha val="18820"/>
            </a:srgbClr>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152400" lvl="0" marL="215900" marR="0" rtl="0" algn="l">
              <a:spcBef>
                <a:spcPts val="0"/>
              </a:spcBef>
              <a:spcAft>
                <a:spcPts val="0"/>
              </a:spcAft>
              <a:buClr>
                <a:schemeClr val="lt1"/>
              </a:buClr>
              <a:buSzPts val="1100"/>
              <a:buFont typeface="Arial"/>
              <a:buNone/>
            </a:pPr>
            <a:r>
              <a:t/>
            </a:r>
            <a:endParaRPr sz="1100">
              <a:solidFill>
                <a:srgbClr val="000000"/>
              </a:solidFill>
              <a:latin typeface="Arial"/>
              <a:ea typeface="Arial"/>
              <a:cs typeface="Arial"/>
              <a:sym typeface="Arial"/>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Records:</a:t>
            </a:r>
            <a:r>
              <a:rPr lang="en" sz="1100">
                <a:solidFill>
                  <a:srgbClr val="000000"/>
                </a:solidFill>
                <a:latin typeface="Sorts Mill Goudy"/>
                <a:ea typeface="Sorts Mill Goudy"/>
                <a:cs typeface="Sorts Mill Goudy"/>
                <a:sym typeface="Sorts Mill Goudy"/>
              </a:rPr>
              <a:t> </a:t>
            </a:r>
            <a:r>
              <a:rPr lang="en" sz="1100">
                <a:solidFill>
                  <a:srgbClr val="000000"/>
                </a:solidFill>
                <a:latin typeface="Sorts Mill Goudy"/>
                <a:ea typeface="Sorts Mill Goudy"/>
                <a:cs typeface="Sorts Mill Goudy"/>
                <a:sym typeface="Sorts Mill Goudy"/>
              </a:rPr>
              <a:t>1</a:t>
            </a:r>
            <a:r>
              <a:rPr lang="en" sz="1100">
                <a:latin typeface="Sorts Mill Goudy"/>
                <a:ea typeface="Sorts Mill Goudy"/>
                <a:cs typeface="Sorts Mill Goudy"/>
                <a:sym typeface="Sorts Mill Goudy"/>
              </a:rPr>
              <a:t>9,349</a:t>
            </a:r>
            <a:endParaRPr sz="1100">
              <a:solidFill>
                <a:srgbClr val="000000"/>
              </a:solidFill>
              <a:latin typeface="Sorts Mill Goudy"/>
              <a:ea typeface="Sorts Mill Goudy"/>
              <a:cs typeface="Sorts Mill Goudy"/>
              <a:sym typeface="Sorts Mill Goudy"/>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Number of Entities:</a:t>
            </a:r>
            <a:r>
              <a:rPr lang="en" sz="1100">
                <a:solidFill>
                  <a:srgbClr val="000000"/>
                </a:solidFill>
                <a:latin typeface="Sorts Mill Goudy"/>
                <a:ea typeface="Sorts Mill Goudy"/>
                <a:cs typeface="Sorts Mill Goudy"/>
                <a:sym typeface="Sorts Mill Goudy"/>
              </a:rPr>
              <a:t> 4</a:t>
            </a:r>
            <a:r>
              <a:rPr lang="en" sz="1100">
                <a:latin typeface="Sorts Mill Goudy"/>
                <a:ea typeface="Sorts Mill Goudy"/>
                <a:cs typeface="Sorts Mill Goudy"/>
                <a:sym typeface="Sorts Mill Goudy"/>
              </a:rPr>
              <a:t>3</a:t>
            </a:r>
            <a:endParaRPr sz="1100">
              <a:solidFill>
                <a:schemeClr val="lt1"/>
              </a:solidFill>
              <a:latin typeface="Gill Sans"/>
              <a:ea typeface="Gill Sans"/>
              <a:cs typeface="Gill Sans"/>
              <a:sym typeface="Gill Sans"/>
            </a:endParaRPr>
          </a:p>
          <a:p>
            <a:pPr indent="-196850" lvl="0" marL="215900" marR="0" rtl="0" algn="l">
              <a:spcBef>
                <a:spcPts val="0"/>
              </a:spcBef>
              <a:spcAft>
                <a:spcPts val="0"/>
              </a:spcAft>
              <a:buClr>
                <a:srgbClr val="000000"/>
              </a:buClr>
              <a:buSzPts val="1100"/>
              <a:buFont typeface="Arial"/>
              <a:buChar char="•"/>
            </a:pPr>
            <a:r>
              <a:rPr i="1" lang="en" sz="1100">
                <a:solidFill>
                  <a:srgbClr val="000000"/>
                </a:solidFill>
                <a:latin typeface="Sorts Mill Goudy"/>
                <a:ea typeface="Sorts Mill Goudy"/>
                <a:cs typeface="Sorts Mill Goudy"/>
                <a:sym typeface="Sorts Mill Goudy"/>
              </a:rPr>
              <a:t>Major Attributes:</a:t>
            </a:r>
            <a:r>
              <a:rPr lang="en" sz="1100">
                <a:solidFill>
                  <a:srgbClr val="000000"/>
                </a:solidFill>
                <a:latin typeface="Sorts Mill Goudy"/>
                <a:ea typeface="Sorts Mill Goudy"/>
                <a:cs typeface="Sorts Mill Goudy"/>
                <a:sym typeface="Sorts Mill Goudy"/>
              </a:rPr>
              <a:t> </a:t>
            </a:r>
            <a:r>
              <a:rPr lang="en" sz="1100">
                <a:latin typeface="Sorts Mill Goudy"/>
                <a:ea typeface="Sorts Mill Goudy"/>
                <a:cs typeface="Sorts Mill Goudy"/>
                <a:sym typeface="Sorts Mill Goudy"/>
              </a:rPr>
              <a:t>Stop</a:t>
            </a:r>
            <a:r>
              <a:rPr lang="en" sz="1100">
                <a:solidFill>
                  <a:srgbClr val="000000"/>
                </a:solidFill>
                <a:latin typeface="Sorts Mill Goudy"/>
                <a:ea typeface="Sorts Mill Goudy"/>
                <a:cs typeface="Sorts Mill Goudy"/>
                <a:sym typeface="Sorts Mill Goudy"/>
              </a:rPr>
              <a:t>Key, </a:t>
            </a:r>
            <a:r>
              <a:rPr lang="en" sz="1100">
                <a:latin typeface="Sorts Mill Goudy"/>
                <a:ea typeface="Sorts Mill Goudy"/>
                <a:cs typeface="Sorts Mill Goudy"/>
                <a:sym typeface="Sorts Mill Goudy"/>
              </a:rPr>
              <a:t>Stop</a:t>
            </a:r>
            <a:r>
              <a:rPr lang="en" sz="1100">
                <a:solidFill>
                  <a:srgbClr val="000000"/>
                </a:solidFill>
                <a:latin typeface="Sorts Mill Goudy"/>
                <a:ea typeface="Sorts Mill Goudy"/>
                <a:cs typeface="Sorts Mill Goudy"/>
                <a:sym typeface="Sorts Mill Goudy"/>
              </a:rPr>
              <a:t>RecordID, TransitAuthorityKey, </a:t>
            </a:r>
            <a:r>
              <a:rPr lang="en" sz="1100">
                <a:latin typeface="Sorts Mill Goudy"/>
                <a:ea typeface="Sorts Mill Goudy"/>
                <a:cs typeface="Sorts Mill Goudy"/>
                <a:sym typeface="Sorts Mill Goudy"/>
              </a:rPr>
              <a:t>Stop</a:t>
            </a:r>
            <a:r>
              <a:rPr lang="en" sz="1100">
                <a:solidFill>
                  <a:srgbClr val="000000"/>
                </a:solidFill>
                <a:latin typeface="Sorts Mill Goudy"/>
                <a:ea typeface="Sorts Mill Goudy"/>
                <a:cs typeface="Sorts Mill Goudy"/>
                <a:sym typeface="Sorts Mill Goudy"/>
              </a:rPr>
              <a:t>ReportLabel, </a:t>
            </a:r>
            <a:r>
              <a:rPr lang="en" sz="1100">
                <a:latin typeface="Sorts Mill Goudy"/>
                <a:ea typeface="Sorts Mill Goudy"/>
                <a:cs typeface="Sorts Mill Goudy"/>
                <a:sym typeface="Sorts Mill Goudy"/>
              </a:rPr>
              <a:t>Stop</a:t>
            </a:r>
            <a:r>
              <a:rPr lang="en" sz="1100">
                <a:solidFill>
                  <a:srgbClr val="000000"/>
                </a:solidFill>
                <a:latin typeface="Sorts Mill Goudy"/>
                <a:ea typeface="Sorts Mill Goudy"/>
                <a:cs typeface="Sorts Mill Goudy"/>
                <a:sym typeface="Sorts Mill Goudy"/>
              </a:rPr>
              <a:t>Desc</a:t>
            </a:r>
            <a:endParaRPr sz="1100">
              <a:solidFill>
                <a:schemeClr val="lt1"/>
              </a:solidFill>
              <a:latin typeface="Sorts Mill Goudy"/>
              <a:ea typeface="Sorts Mill Goudy"/>
              <a:cs typeface="Sorts Mill Goudy"/>
              <a:sym typeface="Sorts Mill Goud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1"/>
          <p:cNvSpPr/>
          <p:nvPr/>
        </p:nvSpPr>
        <p:spPr>
          <a:xfrm>
            <a:off x="-930" y="171857"/>
            <a:ext cx="105600" cy="453300"/>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298" name="Google Shape;298;p31"/>
          <p:cNvSpPr txBox="1"/>
          <p:nvPr>
            <p:ph type="title"/>
          </p:nvPr>
        </p:nvSpPr>
        <p:spPr>
          <a:xfrm>
            <a:off x="112556" y="174068"/>
            <a:ext cx="5531700" cy="479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DASHBOARD</a:t>
            </a:r>
            <a:endParaRPr/>
          </a:p>
        </p:txBody>
      </p:sp>
      <p:pic>
        <p:nvPicPr>
          <p:cNvPr id="299" name="Google Shape;299;p31" title="WhatsApp Image 2025-04-29 at 20.36.01.jpeg"/>
          <p:cNvPicPr preferRelativeResize="0"/>
          <p:nvPr/>
        </p:nvPicPr>
        <p:blipFill>
          <a:blip r:embed="rId3">
            <a:alphaModFix/>
          </a:blip>
          <a:stretch>
            <a:fillRect/>
          </a:stretch>
        </p:blipFill>
        <p:spPr>
          <a:xfrm>
            <a:off x="1017014" y="700800"/>
            <a:ext cx="7109962" cy="444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2"/>
          <p:cNvSpPr/>
          <p:nvPr/>
        </p:nvSpPr>
        <p:spPr>
          <a:xfrm>
            <a:off x="-930" y="171857"/>
            <a:ext cx="105600" cy="453300"/>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305" name="Google Shape;305;p32"/>
          <p:cNvSpPr txBox="1"/>
          <p:nvPr>
            <p:ph type="title"/>
          </p:nvPr>
        </p:nvSpPr>
        <p:spPr>
          <a:xfrm>
            <a:off x="112556" y="174068"/>
            <a:ext cx="5531700" cy="479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DASHBOARD</a:t>
            </a:r>
            <a:endParaRPr/>
          </a:p>
        </p:txBody>
      </p:sp>
      <p:pic>
        <p:nvPicPr>
          <p:cNvPr id="306" name="Google Shape;306;p32" title="WhatsApp Image 2025-04-29 at 20.35.29.jpeg"/>
          <p:cNvPicPr preferRelativeResize="0"/>
          <p:nvPr/>
        </p:nvPicPr>
        <p:blipFill>
          <a:blip r:embed="rId3">
            <a:alphaModFix/>
          </a:blip>
          <a:stretch>
            <a:fillRect/>
          </a:stretch>
        </p:blipFill>
        <p:spPr>
          <a:xfrm>
            <a:off x="112550" y="2295800"/>
            <a:ext cx="4331402" cy="2747574"/>
          </a:xfrm>
          <a:prstGeom prst="rect">
            <a:avLst/>
          </a:prstGeom>
          <a:noFill/>
          <a:ln>
            <a:noFill/>
          </a:ln>
        </p:spPr>
      </p:pic>
      <p:pic>
        <p:nvPicPr>
          <p:cNvPr id="307" name="Google Shape;307;p32" title="WhatsApp Image 2025-04-29 at 20.36.16.jpeg"/>
          <p:cNvPicPr preferRelativeResize="0"/>
          <p:nvPr/>
        </p:nvPicPr>
        <p:blipFill>
          <a:blip r:embed="rId4">
            <a:alphaModFix/>
          </a:blip>
          <a:stretch>
            <a:fillRect/>
          </a:stretch>
        </p:blipFill>
        <p:spPr>
          <a:xfrm>
            <a:off x="4443950" y="133350"/>
            <a:ext cx="4560749" cy="29241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p:nvPr/>
        </p:nvSpPr>
        <p:spPr>
          <a:xfrm>
            <a:off x="-930" y="171857"/>
            <a:ext cx="105600" cy="453300"/>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313" name="Google Shape;313;p33"/>
          <p:cNvSpPr txBox="1"/>
          <p:nvPr>
            <p:ph type="title"/>
          </p:nvPr>
        </p:nvSpPr>
        <p:spPr>
          <a:xfrm>
            <a:off x="112556" y="174068"/>
            <a:ext cx="5531700" cy="479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DASHBOARD</a:t>
            </a:r>
            <a:endParaRPr/>
          </a:p>
        </p:txBody>
      </p:sp>
      <p:pic>
        <p:nvPicPr>
          <p:cNvPr id="314" name="Google Shape;314;p33" title="WhatsApp Image 2025-04-29 at 20.36.57.jpeg"/>
          <p:cNvPicPr preferRelativeResize="0"/>
          <p:nvPr/>
        </p:nvPicPr>
        <p:blipFill>
          <a:blip r:embed="rId3">
            <a:alphaModFix/>
          </a:blip>
          <a:stretch>
            <a:fillRect/>
          </a:stretch>
        </p:blipFill>
        <p:spPr>
          <a:xfrm>
            <a:off x="268280" y="732757"/>
            <a:ext cx="8607450" cy="42200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4"/>
          <p:cNvSpPr/>
          <p:nvPr/>
        </p:nvSpPr>
        <p:spPr>
          <a:xfrm>
            <a:off x="-930" y="171857"/>
            <a:ext cx="105600" cy="453300"/>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320" name="Google Shape;320;p34"/>
          <p:cNvSpPr txBox="1"/>
          <p:nvPr>
            <p:ph type="title"/>
          </p:nvPr>
        </p:nvSpPr>
        <p:spPr>
          <a:xfrm>
            <a:off x="112556" y="174068"/>
            <a:ext cx="5531700" cy="479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DASHBOARD</a:t>
            </a:r>
            <a:endParaRPr/>
          </a:p>
        </p:txBody>
      </p:sp>
      <p:pic>
        <p:nvPicPr>
          <p:cNvPr id="321" name="Google Shape;321;p34" title="WhatsApp Image 2025-04-29 at 20.38.51.jpeg"/>
          <p:cNvPicPr preferRelativeResize="0"/>
          <p:nvPr/>
        </p:nvPicPr>
        <p:blipFill>
          <a:blip r:embed="rId3">
            <a:alphaModFix/>
          </a:blip>
          <a:stretch>
            <a:fillRect/>
          </a:stretch>
        </p:blipFill>
        <p:spPr>
          <a:xfrm>
            <a:off x="3964325" y="0"/>
            <a:ext cx="5179674" cy="2497634"/>
          </a:xfrm>
          <a:prstGeom prst="rect">
            <a:avLst/>
          </a:prstGeom>
          <a:noFill/>
          <a:ln>
            <a:noFill/>
          </a:ln>
        </p:spPr>
      </p:pic>
      <p:pic>
        <p:nvPicPr>
          <p:cNvPr id="322" name="Google Shape;322;p34" title="WhatsApp Image 2025-04-29 at 20.39.51.jpeg"/>
          <p:cNvPicPr preferRelativeResize="0"/>
          <p:nvPr/>
        </p:nvPicPr>
        <p:blipFill>
          <a:blip r:embed="rId4">
            <a:alphaModFix/>
          </a:blip>
          <a:stretch>
            <a:fillRect/>
          </a:stretch>
        </p:blipFill>
        <p:spPr>
          <a:xfrm>
            <a:off x="-2" y="2571750"/>
            <a:ext cx="5179677" cy="2553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5"/>
          <p:cNvSpPr/>
          <p:nvPr/>
        </p:nvSpPr>
        <p:spPr>
          <a:xfrm>
            <a:off x="-930" y="171857"/>
            <a:ext cx="105600" cy="453300"/>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328" name="Google Shape;328;p35"/>
          <p:cNvSpPr txBox="1"/>
          <p:nvPr>
            <p:ph type="title"/>
          </p:nvPr>
        </p:nvSpPr>
        <p:spPr>
          <a:xfrm>
            <a:off x="112556" y="174068"/>
            <a:ext cx="5531700" cy="479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DASHBOARD</a:t>
            </a:r>
            <a:endParaRPr/>
          </a:p>
        </p:txBody>
      </p:sp>
      <p:pic>
        <p:nvPicPr>
          <p:cNvPr id="329" name="Google Shape;329;p35" title="WhatsApp Image 2025-04-29 at 20.43.12.jpeg"/>
          <p:cNvPicPr preferRelativeResize="0"/>
          <p:nvPr/>
        </p:nvPicPr>
        <p:blipFill>
          <a:blip r:embed="rId3">
            <a:alphaModFix/>
          </a:blip>
          <a:stretch>
            <a:fillRect/>
          </a:stretch>
        </p:blipFill>
        <p:spPr>
          <a:xfrm>
            <a:off x="112550" y="2402799"/>
            <a:ext cx="4467325" cy="2597826"/>
          </a:xfrm>
          <a:prstGeom prst="rect">
            <a:avLst/>
          </a:prstGeom>
          <a:noFill/>
          <a:ln>
            <a:noFill/>
          </a:ln>
        </p:spPr>
      </p:pic>
      <p:pic>
        <p:nvPicPr>
          <p:cNvPr id="330" name="Google Shape;330;p35" title="WhatsApp Image 2025-04-29 at 20.44.17.jpeg"/>
          <p:cNvPicPr preferRelativeResize="0"/>
          <p:nvPr/>
        </p:nvPicPr>
        <p:blipFill>
          <a:blip r:embed="rId4">
            <a:alphaModFix/>
          </a:blip>
          <a:stretch>
            <a:fillRect/>
          </a:stretch>
        </p:blipFill>
        <p:spPr>
          <a:xfrm>
            <a:off x="4572000" y="171850"/>
            <a:ext cx="4361126" cy="2564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p:nvPr/>
        </p:nvSpPr>
        <p:spPr>
          <a:xfrm>
            <a:off x="-930" y="171857"/>
            <a:ext cx="105600" cy="453300"/>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336" name="Google Shape;336;p36"/>
          <p:cNvSpPr txBox="1"/>
          <p:nvPr>
            <p:ph type="title"/>
          </p:nvPr>
        </p:nvSpPr>
        <p:spPr>
          <a:xfrm>
            <a:off x="112556" y="174068"/>
            <a:ext cx="5531700" cy="4791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1800"/>
              <a:buFont typeface="Sorts Mill Goudy"/>
              <a:buNone/>
            </a:pPr>
            <a:r>
              <a:rPr lang="en" sz="1800">
                <a:solidFill>
                  <a:schemeClr val="dk1"/>
                </a:solidFill>
              </a:rPr>
              <a:t>DASHBOARD</a:t>
            </a:r>
            <a:endParaRPr/>
          </a:p>
        </p:txBody>
      </p:sp>
      <p:pic>
        <p:nvPicPr>
          <p:cNvPr id="337" name="Google Shape;337;p36" title="WhatsApp Image 2025-04-29 at 20.47.27.jpeg"/>
          <p:cNvPicPr preferRelativeResize="0"/>
          <p:nvPr/>
        </p:nvPicPr>
        <p:blipFill>
          <a:blip r:embed="rId3">
            <a:alphaModFix/>
          </a:blip>
          <a:stretch>
            <a:fillRect/>
          </a:stretch>
        </p:blipFill>
        <p:spPr>
          <a:xfrm>
            <a:off x="771100" y="701875"/>
            <a:ext cx="7601802" cy="42225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p:nvPr/>
        </p:nvSpPr>
        <p:spPr>
          <a:xfrm>
            <a:off x="1012921" y="1857209"/>
            <a:ext cx="3411300" cy="2226300"/>
          </a:xfrm>
          <a:prstGeom prst="rect">
            <a:avLst/>
          </a:prstGeom>
          <a:solidFill>
            <a:srgbClr val="7A0707"/>
          </a:solidFill>
          <a:ln>
            <a:noFill/>
          </a:ln>
        </p:spPr>
        <p:txBody>
          <a:bodyPr anchorCtr="0" anchor="ctr" bIns="34275" lIns="68575" spcFirstLastPara="1" rIns="68575" wrap="square" tIns="34275">
            <a:noAutofit/>
          </a:bodyPr>
          <a:lstStyle/>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343" name="Google Shape;343;p37"/>
          <p:cNvSpPr/>
          <p:nvPr/>
        </p:nvSpPr>
        <p:spPr>
          <a:xfrm>
            <a:off x="5201796" y="1566934"/>
            <a:ext cx="3411383" cy="2226250"/>
          </a:xfrm>
          <a:prstGeom prst="rect">
            <a:avLst/>
          </a:prstGeom>
          <a:solidFill>
            <a:srgbClr val="7A0707"/>
          </a:solidFill>
          <a:ln>
            <a:noFill/>
          </a:ln>
        </p:spPr>
        <p:txBody>
          <a:bodyPr anchorCtr="0" anchor="ctr" bIns="34275" lIns="68575" spcFirstLastPara="1" rIns="68575" wrap="square" tIns="34275">
            <a:noAutofit/>
          </a:bodyPr>
          <a:lstStyle/>
          <a:p>
            <a:pPr indent="-127000" lvl="0" marL="215900" marR="0" rtl="0" algn="l">
              <a:spcBef>
                <a:spcPts val="0"/>
              </a:spcBef>
              <a:spcAft>
                <a:spcPts val="0"/>
              </a:spcAft>
              <a:buClr>
                <a:schemeClr val="dk1"/>
              </a:buClr>
              <a:buSzPts val="1400"/>
              <a:buFont typeface="Arial"/>
              <a:buNone/>
            </a:pPr>
            <a:r>
              <a:t/>
            </a:r>
            <a:endParaRPr sz="1400">
              <a:solidFill>
                <a:schemeClr val="dk1"/>
              </a:solidFill>
              <a:latin typeface="Arial"/>
              <a:ea typeface="Arial"/>
              <a:cs typeface="Arial"/>
              <a:sym typeface="Arial"/>
            </a:endParaRPr>
          </a:p>
        </p:txBody>
      </p:sp>
      <p:sp>
        <p:nvSpPr>
          <p:cNvPr id="344" name="Google Shape;344;p37"/>
          <p:cNvSpPr/>
          <p:nvPr/>
        </p:nvSpPr>
        <p:spPr>
          <a:xfrm>
            <a:off x="530825" y="1462600"/>
            <a:ext cx="3804900" cy="2510400"/>
          </a:xfrm>
          <a:prstGeom prst="rect">
            <a:avLst/>
          </a:prstGeom>
          <a:solidFill>
            <a:srgbClr val="E8D2D2"/>
          </a:solidFill>
          <a:ln cap="flat" cmpd="sng" w="12700">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Times New Roman"/>
                <a:ea typeface="Times New Roman"/>
                <a:cs typeface="Times New Roman"/>
                <a:sym typeface="Times New Roman"/>
              </a:rPr>
              <a:t>Routes 90 (Red Line), 8 (Washington), and 10 (10th Street) are the backbone of the system, collectively accounting for over 1.3M DepartBoards. The "Frequent" service category delivers the highest return on service investment (37.61% of ridership), indicating that frequency drives usage more effectively than coverage alone.</a:t>
            </a:r>
            <a:br>
              <a:rPr lang="en" sz="1000">
                <a:solidFill>
                  <a:schemeClr val="dk1"/>
                </a:solidFill>
                <a:latin typeface="Times New Roman"/>
                <a:ea typeface="Times New Roman"/>
                <a:cs typeface="Times New Roman"/>
                <a:sym typeface="Times New Roman"/>
              </a:rPr>
            </a:br>
            <a:r>
              <a:rPr lang="en" sz="1000">
                <a:solidFill>
                  <a:schemeClr val="dk1"/>
                </a:solidFill>
                <a:latin typeface="Times New Roman"/>
                <a:ea typeface="Times New Roman"/>
                <a:cs typeface="Times New Roman"/>
                <a:sym typeface="Times New Roman"/>
              </a:rPr>
              <a:t>Washington St &amp; East St intersection (1.58M DepartBoards) represents the system's most crucial connection point outside the Central Transit Center. January through May shows stable ridership patterns (0.49M-0.58M monthly DepartBoards), with March and May performing strongest. With an average of 306.25 DepartBoards per route per hour, the hourly performance metrics enable precise targeting of service frequency adjustments to match demand patterns throughout the day. </a:t>
            </a:r>
            <a:endParaRPr sz="1100">
              <a:solidFill>
                <a:srgbClr val="000000"/>
              </a:solidFill>
              <a:latin typeface="Sorts Mill Goudy"/>
              <a:ea typeface="Sorts Mill Goudy"/>
              <a:cs typeface="Sorts Mill Goudy"/>
              <a:sym typeface="Sorts Mill Goudy"/>
            </a:endParaRPr>
          </a:p>
          <a:p>
            <a:pPr indent="-152400" lvl="0" marL="215900" marR="0" rtl="0" algn="l">
              <a:spcBef>
                <a:spcPts val="1200"/>
              </a:spcBef>
              <a:spcAft>
                <a:spcPts val="0"/>
              </a:spcAft>
              <a:buClr>
                <a:schemeClr val="dk1"/>
              </a:buClr>
              <a:buSzPts val="1100"/>
              <a:buFont typeface="Arial"/>
              <a:buNone/>
            </a:pPr>
            <a:r>
              <a:t/>
            </a:r>
            <a:endParaRPr sz="1100">
              <a:solidFill>
                <a:srgbClr val="000000"/>
              </a:solidFill>
              <a:latin typeface="Sorts Mill Goudy"/>
              <a:ea typeface="Sorts Mill Goudy"/>
              <a:cs typeface="Sorts Mill Goudy"/>
              <a:sym typeface="Sorts Mill Goudy"/>
            </a:endParaRPr>
          </a:p>
          <a:p>
            <a:pPr indent="-152400" lvl="0" marL="215900" marR="0" rtl="0" algn="l">
              <a:spcBef>
                <a:spcPts val="500"/>
              </a:spcBef>
              <a:spcAft>
                <a:spcPts val="0"/>
              </a:spcAft>
              <a:buClr>
                <a:schemeClr val="dk1"/>
              </a:buClr>
              <a:buSzPts val="1100"/>
              <a:buFont typeface="Arial"/>
              <a:buNone/>
            </a:pPr>
            <a:r>
              <a:t/>
            </a:r>
            <a:endParaRPr sz="1100">
              <a:solidFill>
                <a:srgbClr val="000000"/>
              </a:solidFill>
              <a:latin typeface="Sorts Mill Goudy"/>
              <a:ea typeface="Sorts Mill Goudy"/>
              <a:cs typeface="Sorts Mill Goudy"/>
              <a:sym typeface="Sorts Mill Goudy"/>
            </a:endParaRPr>
          </a:p>
          <a:p>
            <a:pPr indent="0" lvl="0" marL="0" marR="0" rtl="0" algn="l">
              <a:spcBef>
                <a:spcPts val="500"/>
              </a:spcBef>
              <a:spcAft>
                <a:spcPts val="0"/>
              </a:spcAft>
              <a:buNone/>
            </a:pPr>
            <a:r>
              <a:t/>
            </a:r>
            <a:endParaRPr sz="1100">
              <a:latin typeface="Sorts Mill Goudy"/>
              <a:ea typeface="Sorts Mill Goudy"/>
              <a:cs typeface="Sorts Mill Goudy"/>
              <a:sym typeface="Sorts Mill Goudy"/>
            </a:endParaRPr>
          </a:p>
          <a:p>
            <a:pPr indent="0" lvl="0" marL="0" marR="0" rtl="0" algn="l">
              <a:spcBef>
                <a:spcPts val="500"/>
              </a:spcBef>
              <a:spcAft>
                <a:spcPts val="0"/>
              </a:spcAft>
              <a:buClr>
                <a:schemeClr val="dk1"/>
              </a:buClr>
              <a:buSzPts val="1100"/>
              <a:buFont typeface="Arial"/>
              <a:buNone/>
            </a:pPr>
            <a:r>
              <a:t/>
            </a:r>
            <a:endParaRPr sz="1100">
              <a:solidFill>
                <a:srgbClr val="000000"/>
              </a:solidFill>
              <a:latin typeface="Sorts Mill Goudy"/>
              <a:ea typeface="Sorts Mill Goudy"/>
              <a:cs typeface="Sorts Mill Goudy"/>
              <a:sym typeface="Sorts Mill Goudy"/>
            </a:endParaRPr>
          </a:p>
          <a:p>
            <a:pPr indent="-152400" lvl="0" marL="215900" marR="0" rtl="0" algn="l">
              <a:spcBef>
                <a:spcPts val="0"/>
              </a:spcBef>
              <a:spcAft>
                <a:spcPts val="0"/>
              </a:spcAft>
              <a:buClr>
                <a:schemeClr val="dk1"/>
              </a:buClr>
              <a:buSzPts val="1100"/>
              <a:buFont typeface="Arial"/>
              <a:buNone/>
            </a:pPr>
            <a:r>
              <a:t/>
            </a:r>
            <a:endParaRPr sz="1100">
              <a:solidFill>
                <a:srgbClr val="000000"/>
              </a:solidFill>
              <a:latin typeface="Sorts Mill Goudy"/>
              <a:ea typeface="Sorts Mill Goudy"/>
              <a:cs typeface="Sorts Mill Goudy"/>
              <a:sym typeface="Sorts Mill Goudy"/>
            </a:endParaRPr>
          </a:p>
          <a:p>
            <a:pPr indent="-152400" lvl="0" marL="215900" marR="0" rtl="0" algn="l">
              <a:spcBef>
                <a:spcPts val="500"/>
              </a:spcBef>
              <a:spcAft>
                <a:spcPts val="0"/>
              </a:spcAft>
              <a:buClr>
                <a:schemeClr val="dk1"/>
              </a:buClr>
              <a:buSzPts val="1100"/>
              <a:buFont typeface="Arial"/>
              <a:buNone/>
            </a:pPr>
            <a:r>
              <a:t/>
            </a:r>
            <a:endParaRPr sz="1100">
              <a:solidFill>
                <a:srgbClr val="000000"/>
              </a:solidFill>
              <a:latin typeface="Sorts Mill Goudy"/>
              <a:ea typeface="Sorts Mill Goudy"/>
              <a:cs typeface="Sorts Mill Goudy"/>
              <a:sym typeface="Sorts Mill Goudy"/>
            </a:endParaRPr>
          </a:p>
        </p:txBody>
      </p:sp>
      <p:sp>
        <p:nvSpPr>
          <p:cNvPr id="345" name="Google Shape;345;p37"/>
          <p:cNvSpPr/>
          <p:nvPr/>
        </p:nvSpPr>
        <p:spPr>
          <a:xfrm rot="5400000">
            <a:off x="3874984" y="2441663"/>
            <a:ext cx="1787700" cy="260100"/>
          </a:xfrm>
          <a:prstGeom prst="triangle">
            <a:avLst>
              <a:gd fmla="val 50000" name="adj"/>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346" name="Google Shape;346;p37"/>
          <p:cNvSpPr/>
          <p:nvPr/>
        </p:nvSpPr>
        <p:spPr>
          <a:xfrm>
            <a:off x="5113425" y="1011922"/>
            <a:ext cx="3467185" cy="277705"/>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en">
                <a:solidFill>
                  <a:schemeClr val="lt1"/>
                </a:solidFill>
                <a:latin typeface="Sorts Mill Goudy"/>
                <a:ea typeface="Sorts Mill Goudy"/>
                <a:cs typeface="Sorts Mill Goudy"/>
                <a:sym typeface="Sorts Mill Goudy"/>
              </a:rPr>
              <a:t>Insights on Visualisation</a:t>
            </a:r>
            <a:r>
              <a:rPr b="1" lang="en" sz="1400">
                <a:solidFill>
                  <a:schemeClr val="lt1"/>
                </a:solidFill>
                <a:latin typeface="Sorts Mill Goudy"/>
                <a:ea typeface="Sorts Mill Goudy"/>
                <a:cs typeface="Sorts Mill Goudy"/>
                <a:sym typeface="Sorts Mill Goudy"/>
              </a:rPr>
              <a:t> </a:t>
            </a:r>
            <a:endParaRPr b="1" sz="1400">
              <a:solidFill>
                <a:schemeClr val="lt1"/>
              </a:solidFill>
              <a:latin typeface="Sorts Mill Goudy"/>
              <a:ea typeface="Sorts Mill Goudy"/>
              <a:cs typeface="Sorts Mill Goudy"/>
              <a:sym typeface="Sorts Mill Goudy"/>
            </a:endParaRPr>
          </a:p>
        </p:txBody>
      </p:sp>
      <p:sp>
        <p:nvSpPr>
          <p:cNvPr id="347" name="Google Shape;347;p37"/>
          <p:cNvSpPr/>
          <p:nvPr/>
        </p:nvSpPr>
        <p:spPr>
          <a:xfrm>
            <a:off x="530821" y="1018630"/>
            <a:ext cx="3411384" cy="270998"/>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b="1" lang="en" sz="1400">
                <a:solidFill>
                  <a:schemeClr val="lt1"/>
                </a:solidFill>
                <a:latin typeface="Sorts Mill Goudy"/>
                <a:ea typeface="Sorts Mill Goudy"/>
                <a:cs typeface="Sorts Mill Goudy"/>
                <a:sym typeface="Sorts Mill Goudy"/>
              </a:rPr>
              <a:t>Insights on Visualisation</a:t>
            </a:r>
            <a:r>
              <a:rPr b="1" lang="en">
                <a:solidFill>
                  <a:schemeClr val="lt1"/>
                </a:solidFill>
                <a:latin typeface="Sorts Mill Goudy"/>
                <a:ea typeface="Sorts Mill Goudy"/>
                <a:cs typeface="Sorts Mill Goudy"/>
                <a:sym typeface="Sorts Mill Goudy"/>
              </a:rPr>
              <a:t>s</a:t>
            </a:r>
            <a:endParaRPr b="1" sz="1400">
              <a:solidFill>
                <a:schemeClr val="lt1"/>
              </a:solidFill>
              <a:latin typeface="Sorts Mill Goudy"/>
              <a:ea typeface="Sorts Mill Goudy"/>
              <a:cs typeface="Sorts Mill Goudy"/>
              <a:sym typeface="Sorts Mill Goudy"/>
            </a:endParaRPr>
          </a:p>
        </p:txBody>
      </p:sp>
      <p:sp>
        <p:nvSpPr>
          <p:cNvPr id="348" name="Google Shape;348;p37"/>
          <p:cNvSpPr/>
          <p:nvPr/>
        </p:nvSpPr>
        <p:spPr>
          <a:xfrm>
            <a:off x="5113425" y="1462592"/>
            <a:ext cx="3411383" cy="2226250"/>
          </a:xfrm>
          <a:prstGeom prst="rect">
            <a:avLst/>
          </a:prstGeom>
          <a:solidFill>
            <a:srgbClr val="E8D2D2"/>
          </a:solidFill>
          <a:ln cap="flat" cmpd="sng" w="12700">
            <a:solidFill>
              <a:srgbClr val="7A0707"/>
            </a:solidFill>
            <a:prstDash val="solid"/>
            <a:miter lim="800000"/>
            <a:headEnd len="sm" w="sm" type="none"/>
            <a:tailEnd len="sm" w="sm" type="none"/>
          </a:ln>
        </p:spPr>
        <p:txBody>
          <a:bodyPr anchorCtr="0" anchor="ctr"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sz="1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 sz="1000">
                <a:solidFill>
                  <a:schemeClr val="dk1"/>
                </a:solidFill>
                <a:latin typeface="Times New Roman"/>
                <a:ea typeface="Times New Roman"/>
                <a:cs typeface="Times New Roman"/>
                <a:sym typeface="Times New Roman"/>
              </a:rPr>
              <a:t>The oscillating pattern in daily ridership throughout the month (peaks around days 4, 10, 16, 20) indicates potential correlation with pay periods or other recurring community events. While coverage routes account for only 17.11% of total ridership, they fulfill an essential equity function by providing service to lower-density areas. The substantial difference between highest (Route 90: 522,153) and lowest (Route 901: 10,021) performing routes highlights opportunities for targeted route restructuring or service level adjustments. The geospatial visualization reveals concentrated ridership in downtown with gradually decreasing density in outlying areas.</a:t>
            </a:r>
            <a:endParaRPr sz="1100">
              <a:solidFill>
                <a:schemeClr val="dk1"/>
              </a:solidFill>
              <a:latin typeface="Sorts Mill Goudy"/>
              <a:ea typeface="Sorts Mill Goudy"/>
              <a:cs typeface="Sorts Mill Goudy"/>
              <a:sym typeface="Sorts Mill Goudy"/>
            </a:endParaRPr>
          </a:p>
          <a:p>
            <a:pPr indent="0" lvl="0" marL="0" marR="0" rtl="0" algn="l">
              <a:spcBef>
                <a:spcPts val="1200"/>
              </a:spcBef>
              <a:spcAft>
                <a:spcPts val="0"/>
              </a:spcAft>
              <a:buNone/>
            </a:pPr>
            <a:r>
              <a:t/>
            </a:r>
            <a:endParaRPr sz="1000">
              <a:solidFill>
                <a:schemeClr val="dk1"/>
              </a:solidFill>
              <a:latin typeface="Sorts Mill Goudy"/>
              <a:ea typeface="Sorts Mill Goudy"/>
              <a:cs typeface="Sorts Mill Goudy"/>
              <a:sym typeface="Sorts Mill Goudy"/>
            </a:endParaRPr>
          </a:p>
          <a:p>
            <a:pPr indent="0" lvl="0" marL="457200" marR="0" rtl="0" algn="l">
              <a:spcBef>
                <a:spcPts val="500"/>
              </a:spcBef>
              <a:spcAft>
                <a:spcPts val="0"/>
              </a:spcAft>
              <a:buNone/>
            </a:pPr>
            <a:r>
              <a:t/>
            </a:r>
            <a:endParaRPr sz="1100">
              <a:solidFill>
                <a:schemeClr val="dk1"/>
              </a:solidFill>
              <a:latin typeface="Sorts Mill Goudy"/>
              <a:ea typeface="Sorts Mill Goudy"/>
              <a:cs typeface="Sorts Mill Goudy"/>
              <a:sym typeface="Sorts Mill Goudy"/>
            </a:endParaRPr>
          </a:p>
          <a:p>
            <a:pPr indent="-152400" lvl="0" marL="215900" marR="0" rtl="0" algn="l">
              <a:spcBef>
                <a:spcPts val="500"/>
              </a:spcBef>
              <a:spcAft>
                <a:spcPts val="0"/>
              </a:spcAft>
              <a:buClr>
                <a:schemeClr val="dk1"/>
              </a:buClr>
              <a:buSzPts val="1100"/>
              <a:buFont typeface="Arial"/>
              <a:buNone/>
            </a:pPr>
            <a:r>
              <a:t/>
            </a:r>
            <a:endParaRPr sz="1100">
              <a:solidFill>
                <a:schemeClr val="dk1"/>
              </a:solidFill>
              <a:latin typeface="Sorts Mill Goudy"/>
              <a:ea typeface="Sorts Mill Goudy"/>
              <a:cs typeface="Sorts Mill Goudy"/>
              <a:sym typeface="Sorts Mill Goudy"/>
            </a:endParaRPr>
          </a:p>
          <a:p>
            <a:pPr indent="0" lvl="0" marL="0" marR="0" rtl="0" algn="l">
              <a:spcBef>
                <a:spcPts val="500"/>
              </a:spcBef>
              <a:spcAft>
                <a:spcPts val="0"/>
              </a:spcAft>
              <a:buNone/>
            </a:pPr>
            <a:r>
              <a:t/>
            </a:r>
            <a:endParaRPr b="0" i="0" sz="1100" u="none" strike="noStrike">
              <a:solidFill>
                <a:schemeClr val="dk1"/>
              </a:solidFill>
              <a:latin typeface="Sorts Mill Goudy"/>
              <a:ea typeface="Sorts Mill Goudy"/>
              <a:cs typeface="Sorts Mill Goudy"/>
              <a:sym typeface="Sorts Mill Goudy"/>
            </a:endParaRPr>
          </a:p>
          <a:p>
            <a:pPr indent="-152400" lvl="0" marL="215900" marR="0" rtl="0" algn="l">
              <a:spcBef>
                <a:spcPts val="500"/>
              </a:spcBef>
              <a:spcAft>
                <a:spcPts val="0"/>
              </a:spcAft>
              <a:buClr>
                <a:schemeClr val="dk1"/>
              </a:buClr>
              <a:buSzPts val="1100"/>
              <a:buFont typeface="Arial"/>
              <a:buNone/>
            </a:pPr>
            <a:r>
              <a:t/>
            </a:r>
            <a:endParaRPr sz="1100">
              <a:solidFill>
                <a:schemeClr val="dk1"/>
              </a:solidFill>
              <a:latin typeface="Sorts Mill Goudy"/>
              <a:ea typeface="Sorts Mill Goudy"/>
              <a:cs typeface="Sorts Mill Goudy"/>
              <a:sym typeface="Sorts Mill Goudy"/>
            </a:endParaRPr>
          </a:p>
        </p:txBody>
      </p:sp>
      <p:sp>
        <p:nvSpPr>
          <p:cNvPr id="349" name="Google Shape;349;p37"/>
          <p:cNvSpPr txBox="1"/>
          <p:nvPr>
            <p:ph type="title"/>
          </p:nvPr>
        </p:nvSpPr>
        <p:spPr>
          <a:xfrm>
            <a:off x="186719" y="309308"/>
            <a:ext cx="4584870" cy="256521"/>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chemeClr val="dk2"/>
              </a:buClr>
              <a:buSzPct val="100000"/>
              <a:buFont typeface="Sorts Mill Goudy"/>
              <a:buNone/>
            </a:pPr>
            <a:r>
              <a:rPr lang="en" sz="1800"/>
              <a:t>INSIGHTS AND DISCUSSION</a:t>
            </a:r>
            <a:endParaRPr/>
          </a:p>
        </p:txBody>
      </p:sp>
      <p:sp>
        <p:nvSpPr>
          <p:cNvPr id="350" name="Google Shape;350;p37"/>
          <p:cNvSpPr/>
          <p:nvPr/>
        </p:nvSpPr>
        <p:spPr>
          <a:xfrm>
            <a:off x="-930" y="215483"/>
            <a:ext cx="114429" cy="440335"/>
          </a:xfrm>
          <a:prstGeom prst="rect">
            <a:avLst/>
          </a:prstGeom>
          <a:solidFill>
            <a:srgbClr val="7A0707"/>
          </a:solidFill>
          <a:ln cap="flat" cmpd="sng" w="12700">
            <a:solidFill>
              <a:srgbClr val="303C3C"/>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4" name="Shape 354"/>
        <p:cNvGrpSpPr/>
        <p:nvPr/>
      </p:nvGrpSpPr>
      <p:grpSpPr>
        <a:xfrm>
          <a:off x="0" y="0"/>
          <a:ext cx="0" cy="0"/>
          <a:chOff x="0" y="0"/>
          <a:chExt cx="0" cy="0"/>
        </a:xfrm>
      </p:grpSpPr>
      <p:sp>
        <p:nvSpPr>
          <p:cNvPr id="355" name="Google Shape;355;p38"/>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356" name="Google Shape;356;p38"/>
          <p:cNvSpPr/>
          <p:nvPr/>
        </p:nvSpPr>
        <p:spPr>
          <a:xfrm>
            <a:off x="0" y="1"/>
            <a:ext cx="6115050" cy="5143499"/>
          </a:xfrm>
          <a:prstGeom prst="rect">
            <a:avLst/>
          </a:prstGeom>
          <a:solidFill>
            <a:srgbClr val="7A070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ill Sans"/>
              <a:ea typeface="Gill Sans"/>
              <a:cs typeface="Gill Sans"/>
              <a:sym typeface="Gill Sans"/>
            </a:endParaRPr>
          </a:p>
        </p:txBody>
      </p:sp>
      <p:sp>
        <p:nvSpPr>
          <p:cNvPr id="357" name="Google Shape;357;p38"/>
          <p:cNvSpPr/>
          <p:nvPr/>
        </p:nvSpPr>
        <p:spPr>
          <a:xfrm>
            <a:off x="1019175" y="2933700"/>
            <a:ext cx="3819600" cy="598800"/>
          </a:xfrm>
          <a:prstGeom prst="rect">
            <a:avLst/>
          </a:prstGeom>
          <a:noFill/>
          <a:ln>
            <a:noFill/>
          </a:ln>
        </p:spPr>
        <p:txBody>
          <a:bodyPr anchorCtr="0" anchor="b" bIns="34275" lIns="68575" spcFirstLastPara="1" rIns="68575" wrap="square" tIns="34275">
            <a:noAutofit/>
          </a:bodyPr>
          <a:lstStyle/>
          <a:p>
            <a:pPr indent="0" lvl="0" marL="0" marR="0" rtl="0" algn="ctr">
              <a:lnSpc>
                <a:spcPct val="80000"/>
              </a:lnSpc>
              <a:spcBef>
                <a:spcPts val="0"/>
              </a:spcBef>
              <a:spcAft>
                <a:spcPts val="0"/>
              </a:spcAft>
              <a:buClr>
                <a:schemeClr val="lt2"/>
              </a:buClr>
              <a:buSzPts val="2700"/>
              <a:buFont typeface="Sorts Mill Goudy"/>
              <a:buNone/>
            </a:pPr>
            <a:r>
              <a:rPr lang="en" sz="2700" cap="none">
                <a:solidFill>
                  <a:schemeClr val="lt2"/>
                </a:solidFill>
                <a:latin typeface="Sorts Mill Goudy"/>
                <a:ea typeface="Sorts Mill Goudy"/>
                <a:cs typeface="Sorts Mill Goudy"/>
                <a:sym typeface="Sorts Mill Goudy"/>
              </a:rPr>
              <a:t>THANK YOU</a:t>
            </a:r>
            <a:endParaRPr sz="2700" cap="none">
              <a:solidFill>
                <a:schemeClr val="lt2"/>
              </a:solidFill>
              <a:latin typeface="Sorts Mill Goudy"/>
              <a:ea typeface="Sorts Mill Goudy"/>
              <a:cs typeface="Sorts Mill Goudy"/>
              <a:sym typeface="Sorts Mill Goudy"/>
            </a:endParaRPr>
          </a:p>
          <a:p>
            <a:pPr indent="0" lvl="0" marL="0" marR="0" rtl="0" algn="l">
              <a:lnSpc>
                <a:spcPct val="80000"/>
              </a:lnSpc>
              <a:spcBef>
                <a:spcPts val="500"/>
              </a:spcBef>
              <a:spcAft>
                <a:spcPts val="0"/>
              </a:spcAft>
              <a:buClr>
                <a:schemeClr val="dk1"/>
              </a:buClr>
              <a:buSzPts val="2100"/>
              <a:buFont typeface="Arial"/>
              <a:buNone/>
            </a:pPr>
            <a:r>
              <a:t/>
            </a:r>
            <a:endParaRPr sz="2100" cap="none">
              <a:solidFill>
                <a:schemeClr val="lt2"/>
              </a:solidFill>
              <a:latin typeface="Sorts Mill Goudy"/>
              <a:ea typeface="Sorts Mill Goudy"/>
              <a:cs typeface="Sorts Mill Goudy"/>
              <a:sym typeface="Sorts Mill Goudy"/>
            </a:endParaRPr>
          </a:p>
          <a:p>
            <a:pPr indent="0" lvl="0" marL="0" rtl="0" algn="l">
              <a:spcBef>
                <a:spcPts val="0"/>
              </a:spcBef>
              <a:spcAft>
                <a:spcPts val="0"/>
              </a:spcAft>
              <a:buClr>
                <a:schemeClr val="dk1"/>
              </a:buClr>
              <a:buSzPts val="1600"/>
              <a:buFont typeface="Arial"/>
              <a:buNone/>
            </a:pPr>
            <a:r>
              <a:rPr lang="en" sz="1500">
                <a:solidFill>
                  <a:schemeClr val="lt1"/>
                </a:solidFill>
                <a:latin typeface="Sorts Mill Goudy"/>
                <a:ea typeface="Sorts Mill Goudy"/>
                <a:cs typeface="Sorts Mill Goudy"/>
                <a:sym typeface="Sorts Mill Goudy"/>
              </a:rPr>
              <a:t>You can view our final project results, including our dashboard, presentation, and supporting materials here: https://drive.google.com/drive/u/1/folders/1_04FAP_MlGrf9mlPyD9f1fmMpluFTywJ</a:t>
            </a:r>
            <a:endParaRPr sz="1500">
              <a:solidFill>
                <a:schemeClr val="lt1"/>
              </a:solidFill>
              <a:latin typeface="Sorts Mill Goudy"/>
              <a:ea typeface="Sorts Mill Goudy"/>
              <a:cs typeface="Sorts Mill Goudy"/>
              <a:sym typeface="Sorts Mill Goudy"/>
            </a:endParaRPr>
          </a:p>
          <a:p>
            <a:pPr indent="0" lvl="0" marL="0" marR="0" rtl="0" algn="l">
              <a:lnSpc>
                <a:spcPct val="80000"/>
              </a:lnSpc>
              <a:spcBef>
                <a:spcPts val="500"/>
              </a:spcBef>
              <a:spcAft>
                <a:spcPts val="0"/>
              </a:spcAft>
              <a:buClr>
                <a:schemeClr val="lt1"/>
              </a:buClr>
              <a:buSzPts val="1800"/>
              <a:buFont typeface="Sorts Mill Goudy"/>
              <a:buNone/>
            </a:pPr>
            <a:r>
              <a:t/>
            </a:r>
            <a:endParaRPr sz="1800">
              <a:solidFill>
                <a:schemeClr val="lt1"/>
              </a:solidFill>
              <a:latin typeface="Sorts Mill Goudy"/>
              <a:ea typeface="Sorts Mill Goudy"/>
              <a:cs typeface="Sorts Mill Goudy"/>
              <a:sym typeface="Sorts Mill Goudy"/>
            </a:endParaRPr>
          </a:p>
          <a:p>
            <a:pPr indent="0" lvl="0" marL="0" marR="0" rtl="0" algn="l">
              <a:lnSpc>
                <a:spcPct val="80000"/>
              </a:lnSpc>
              <a:spcBef>
                <a:spcPts val="500"/>
              </a:spcBef>
              <a:spcAft>
                <a:spcPts val="0"/>
              </a:spcAft>
              <a:buClr>
                <a:schemeClr val="dk1"/>
              </a:buClr>
              <a:buSzPts val="2100"/>
              <a:buFont typeface="Arial"/>
              <a:buNone/>
            </a:pPr>
            <a:r>
              <a:t/>
            </a:r>
            <a:endParaRPr sz="2100" cap="none">
              <a:solidFill>
                <a:schemeClr val="lt2"/>
              </a:solidFill>
              <a:latin typeface="Sorts Mill Goudy"/>
              <a:ea typeface="Sorts Mill Goudy"/>
              <a:cs typeface="Sorts Mill Goudy"/>
              <a:sym typeface="Sorts Mill Goudy"/>
            </a:endParaRPr>
          </a:p>
          <a:p>
            <a:pPr indent="0" lvl="0" marL="0" marR="0" rtl="0" algn="l">
              <a:lnSpc>
                <a:spcPct val="80000"/>
              </a:lnSpc>
              <a:spcBef>
                <a:spcPts val="500"/>
              </a:spcBef>
              <a:spcAft>
                <a:spcPts val="0"/>
              </a:spcAft>
              <a:buClr>
                <a:schemeClr val="dk1"/>
              </a:buClr>
              <a:buSzPts val="2100"/>
              <a:buFont typeface="Sorts Mill Goudy"/>
              <a:buNone/>
            </a:pPr>
            <a:br>
              <a:rPr lang="en" sz="2100" cap="none">
                <a:solidFill>
                  <a:schemeClr val="dk1"/>
                </a:solidFill>
                <a:latin typeface="Sorts Mill Goudy"/>
                <a:ea typeface="Sorts Mill Goudy"/>
                <a:cs typeface="Sorts Mill Goudy"/>
                <a:sym typeface="Sorts Mill Goudy"/>
              </a:rPr>
            </a:br>
            <a:endParaRPr sz="2100" cap="none">
              <a:solidFill>
                <a:schemeClr val="lt2"/>
              </a:solidFill>
              <a:latin typeface="Sorts Mill Goudy"/>
              <a:ea typeface="Sorts Mill Goudy"/>
              <a:cs typeface="Sorts Mill Goudy"/>
              <a:sym typeface="Sorts Mill Goudy"/>
            </a:endParaRPr>
          </a:p>
        </p:txBody>
      </p:sp>
      <p:sp>
        <p:nvSpPr>
          <p:cNvPr id="358" name="Google Shape;358;p38"/>
          <p:cNvSpPr txBox="1"/>
          <p:nvPr/>
        </p:nvSpPr>
        <p:spPr>
          <a:xfrm>
            <a:off x="1543050" y="3086099"/>
            <a:ext cx="3028950" cy="1543049"/>
          </a:xfrm>
          <a:prstGeom prst="rect">
            <a:avLst/>
          </a:prstGeom>
          <a:noFill/>
          <a:ln>
            <a:noFill/>
          </a:ln>
        </p:spPr>
        <p:txBody>
          <a:bodyPr anchorCtr="0" anchor="t" bIns="34275" lIns="68575" spcFirstLastPara="1" rIns="68575" wrap="square" tIns="34275">
            <a:normAutofit/>
          </a:bodyPr>
          <a:lstStyle/>
          <a:p>
            <a:pPr indent="0" lvl="0" marL="0" marR="0" rtl="0" algn="ctr">
              <a:spcBef>
                <a:spcPts val="0"/>
              </a:spcBef>
              <a:spcAft>
                <a:spcPts val="0"/>
              </a:spcAft>
              <a:buNone/>
            </a:pPr>
            <a:r>
              <a:rPr i="1" lang="en" sz="1200">
                <a:solidFill>
                  <a:schemeClr val="lt1"/>
                </a:solidFill>
                <a:latin typeface="Sorts Mill Goudy"/>
                <a:ea typeface="Sorts Mill Goudy"/>
                <a:cs typeface="Sorts Mill Goudy"/>
                <a:sym typeface="Sorts Mill Goudy"/>
              </a:rPr>
              <a:t>Anish R Khatavkar, Arnav Srivastava, Shruthi Nagappan, Uthra Sridhar, Rishikesh Vittal</a:t>
            </a:r>
            <a:endParaRPr i="1" sz="1200">
              <a:solidFill>
                <a:schemeClr val="lt1"/>
              </a:solidFill>
              <a:latin typeface="Sorts Mill Goudy"/>
              <a:ea typeface="Sorts Mill Goudy"/>
              <a:cs typeface="Sorts Mill Goudy"/>
              <a:sym typeface="Sorts Mill Goudy"/>
            </a:endParaRPr>
          </a:p>
        </p:txBody>
      </p:sp>
      <p:pic>
        <p:nvPicPr>
          <p:cNvPr descr="Indiana University" id="359" name="Google Shape;359;p38"/>
          <p:cNvPicPr preferRelativeResize="0"/>
          <p:nvPr/>
        </p:nvPicPr>
        <p:blipFill rotWithShape="1">
          <a:blip r:embed="rId3">
            <a:alphaModFix/>
          </a:blip>
          <a:srcRect b="0" l="0" r="0" t="0"/>
          <a:stretch/>
        </p:blipFill>
        <p:spPr>
          <a:xfrm>
            <a:off x="6662176" y="514351"/>
            <a:ext cx="1934699" cy="1934699"/>
          </a:xfrm>
          <a:prstGeom prst="rect">
            <a:avLst/>
          </a:prstGeom>
          <a:noFill/>
          <a:ln>
            <a:noFill/>
          </a:ln>
        </p:spPr>
      </p:pic>
      <p:pic>
        <p:nvPicPr>
          <p:cNvPr descr="A bus station with buildings and a bus stop&#10;&#10;AI-generated content may be incorrect." id="360" name="Google Shape;360;p38"/>
          <p:cNvPicPr preferRelativeResize="0"/>
          <p:nvPr/>
        </p:nvPicPr>
        <p:blipFill rotWithShape="1">
          <a:blip r:embed="rId4">
            <a:alphaModFix/>
          </a:blip>
          <a:srcRect b="0" l="0" r="0" t="0"/>
          <a:stretch/>
        </p:blipFill>
        <p:spPr>
          <a:xfrm>
            <a:off x="6629681" y="2694452"/>
            <a:ext cx="1999688" cy="19346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ssicFrameVTI">
  <a:themeElements>
    <a:clrScheme name="Custom 22">
      <a:dk1>
        <a:srgbClr val="000000"/>
      </a:dk1>
      <a:lt1>
        <a:srgbClr val="FFFFFF"/>
      </a:lt1>
      <a:dk2>
        <a:srgbClr val="293737"/>
      </a:dk2>
      <a:lt2>
        <a:srgbClr val="EEF2F0"/>
      </a:lt2>
      <a:accent1>
        <a:srgbClr val="749090"/>
      </a:accent1>
      <a:accent2>
        <a:srgbClr val="A5A5A5"/>
      </a:accent2>
      <a:accent3>
        <a:srgbClr val="91A39B"/>
      </a:accent3>
      <a:accent4>
        <a:srgbClr val="A9A698"/>
      </a:accent4>
      <a:accent5>
        <a:srgbClr val="A2A79A"/>
      </a:accent5>
      <a:accent6>
        <a:srgbClr val="897F65"/>
      </a:accent6>
      <a:hlink>
        <a:srgbClr val="92872F"/>
      </a:hlink>
      <a:folHlink>
        <a:srgbClr val="AB73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